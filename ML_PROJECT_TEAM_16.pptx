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7" r:id="rId4"/>
    <p:sldId id="258" r:id="rId5"/>
    <p:sldId id="259" r:id="rId6"/>
    <p:sldId id="260" r:id="rId7"/>
    <p:sldId id="261" r:id="rId8"/>
    <p:sldId id="262" r:id="rId9"/>
    <p:sldId id="265"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C4C4"/>
    <a:srgbClr val="B17ED8"/>
    <a:srgbClr val="F698EB"/>
    <a:srgbClr val="ED32D5"/>
    <a:srgbClr val="090A5A"/>
    <a:srgbClr val="0D0C5A"/>
    <a:srgbClr val="471473"/>
    <a:srgbClr val="140B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4" autoAdjust="0"/>
    <p:restoredTop sz="94660"/>
  </p:normalViewPr>
  <p:slideViewPr>
    <p:cSldViewPr snapToGrid="0">
      <p:cViewPr varScale="1">
        <p:scale>
          <a:sx n="120" d="100"/>
          <a:sy n="120" d="100"/>
        </p:scale>
        <p:origin x="200"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itha George" userId="66fd959d07e4c7e3" providerId="LiveId" clId="{0E75A981-D7C6-4915-8474-3A75DF26DA86}"/>
    <pc:docChg chg="undo custSel addSld delSld modSld">
      <pc:chgData name="Smitha George" userId="66fd959d07e4c7e3" providerId="LiveId" clId="{0E75A981-D7C6-4915-8474-3A75DF26DA86}" dt="2025-11-09T04:04:21.657" v="1234" actId="20577"/>
      <pc:docMkLst>
        <pc:docMk/>
      </pc:docMkLst>
      <pc:sldChg chg="addSp delSp modSp mod">
        <pc:chgData name="Smitha George" userId="66fd959d07e4c7e3" providerId="LiveId" clId="{0E75A981-D7C6-4915-8474-3A75DF26DA86}" dt="2025-10-24T13:26:41.165" v="818" actId="207"/>
        <pc:sldMkLst>
          <pc:docMk/>
          <pc:sldMk cId="3763351916" sldId="256"/>
        </pc:sldMkLst>
        <pc:spChg chg="mod">
          <ac:chgData name="Smitha George" userId="66fd959d07e4c7e3" providerId="LiveId" clId="{0E75A981-D7C6-4915-8474-3A75DF26DA86}" dt="2025-10-23T11:24:05.321" v="657" actId="208"/>
          <ac:spMkLst>
            <pc:docMk/>
            <pc:sldMk cId="3763351916" sldId="256"/>
            <ac:spMk id="28" creationId="{9353A237-ACD9-35C7-22E0-16F4D8C115B6}"/>
          </ac:spMkLst>
        </pc:spChg>
        <pc:spChg chg="mod">
          <ac:chgData name="Smitha George" userId="66fd959d07e4c7e3" providerId="LiveId" clId="{0E75A981-D7C6-4915-8474-3A75DF26DA86}" dt="2025-10-23T11:18:23.304" v="628" actId="14100"/>
          <ac:spMkLst>
            <pc:docMk/>
            <pc:sldMk cId="3763351916" sldId="256"/>
            <ac:spMk id="29" creationId="{75A38894-3A19-7F56-1EE2-9D1CE2CB7AB5}"/>
          </ac:spMkLst>
        </pc:spChg>
        <pc:spChg chg="add mod">
          <ac:chgData name="Smitha George" userId="66fd959d07e4c7e3" providerId="LiveId" clId="{0E75A981-D7C6-4915-8474-3A75DF26DA86}" dt="2025-10-24T13:11:50.131" v="706" actId="1038"/>
          <ac:spMkLst>
            <pc:docMk/>
            <pc:sldMk cId="3763351916" sldId="256"/>
            <ac:spMk id="30" creationId="{861AEED2-AAB2-C02C-9A18-657F11A7E3ED}"/>
          </ac:spMkLst>
        </pc:spChg>
        <pc:spChg chg="add mod">
          <ac:chgData name="Smitha George" userId="66fd959d07e4c7e3" providerId="LiveId" clId="{0E75A981-D7C6-4915-8474-3A75DF26DA86}" dt="2025-10-23T11:18:38.553" v="634" actId="1038"/>
          <ac:spMkLst>
            <pc:docMk/>
            <pc:sldMk cId="3763351916" sldId="256"/>
            <ac:spMk id="31" creationId="{195F619E-B502-2B9B-2565-57FD9AE31D56}"/>
          </ac:spMkLst>
        </pc:spChg>
        <pc:spChg chg="add mod">
          <ac:chgData name="Smitha George" userId="66fd959d07e4c7e3" providerId="LiveId" clId="{0E75A981-D7C6-4915-8474-3A75DF26DA86}" dt="2025-10-24T13:26:41.165" v="818" actId="207"/>
          <ac:spMkLst>
            <pc:docMk/>
            <pc:sldMk cId="3763351916" sldId="256"/>
            <ac:spMk id="33" creationId="{5955B867-0C88-89AD-1864-F9FBE047AE81}"/>
          </ac:spMkLst>
        </pc:spChg>
        <pc:grpChg chg="add mod">
          <ac:chgData name="Smitha George" userId="66fd959d07e4c7e3" providerId="LiveId" clId="{0E75A981-D7C6-4915-8474-3A75DF26DA86}" dt="2025-10-23T11:17:31.816" v="620" actId="14100"/>
          <ac:grpSpMkLst>
            <pc:docMk/>
            <pc:sldMk cId="3763351916" sldId="256"/>
            <ac:grpSpMk id="27" creationId="{B9B28E5C-CA9B-1964-44FE-C32C7F5FE677}"/>
          </ac:grpSpMkLst>
        </pc:grpChg>
        <pc:picChg chg="add mod">
          <ac:chgData name="Smitha George" userId="66fd959d07e4c7e3" providerId="LiveId" clId="{0E75A981-D7C6-4915-8474-3A75DF26DA86}" dt="2025-10-23T11:18:48.385" v="635" actId="14100"/>
          <ac:picMkLst>
            <pc:docMk/>
            <pc:sldMk cId="3763351916" sldId="256"/>
            <ac:picMk id="26" creationId="{EC59F792-647C-D777-FEBA-201BB2119FBC}"/>
          </ac:picMkLst>
        </pc:picChg>
      </pc:sldChg>
      <pc:sldChg chg="addSp modSp mod">
        <pc:chgData name="Smitha George" userId="66fd959d07e4c7e3" providerId="LiveId" clId="{0E75A981-D7C6-4915-8474-3A75DF26DA86}" dt="2025-10-24T13:19:05.448" v="798" actId="1038"/>
        <pc:sldMkLst>
          <pc:docMk/>
          <pc:sldMk cId="2218622101" sldId="257"/>
        </pc:sldMkLst>
        <pc:spChg chg="mod">
          <ac:chgData name="Smitha George" userId="66fd959d07e4c7e3" providerId="LiveId" clId="{0E75A981-D7C6-4915-8474-3A75DF26DA86}" dt="2025-10-23T08:55:34.961" v="23" actId="2711"/>
          <ac:spMkLst>
            <pc:docMk/>
            <pc:sldMk cId="2218622101" sldId="257"/>
            <ac:spMk id="2" creationId="{207B28DB-30E4-8214-D31A-52D1525F7308}"/>
          </ac:spMkLst>
        </pc:spChg>
        <pc:spChg chg="mod">
          <ac:chgData name="Smitha George" userId="66fd959d07e4c7e3" providerId="LiveId" clId="{0E75A981-D7C6-4915-8474-3A75DF26DA86}" dt="2025-10-23T08:55:34.961" v="23" actId="2711"/>
          <ac:spMkLst>
            <pc:docMk/>
            <pc:sldMk cId="2218622101" sldId="257"/>
            <ac:spMk id="4" creationId="{A7701675-3342-99C0-F616-87B7615B5549}"/>
          </ac:spMkLst>
        </pc:spChg>
        <pc:spChg chg="mod">
          <ac:chgData name="Smitha George" userId="66fd959d07e4c7e3" providerId="LiveId" clId="{0E75A981-D7C6-4915-8474-3A75DF26DA86}" dt="2025-10-24T13:18:23.565" v="743" actId="164"/>
          <ac:spMkLst>
            <pc:docMk/>
            <pc:sldMk cId="2218622101" sldId="257"/>
            <ac:spMk id="18" creationId="{F9833D7D-8327-C9CA-C2A4-500DB7EA181A}"/>
          </ac:spMkLst>
        </pc:spChg>
        <pc:spChg chg="mod">
          <ac:chgData name="Smitha George" userId="66fd959d07e4c7e3" providerId="LiveId" clId="{0E75A981-D7C6-4915-8474-3A75DF26DA86}" dt="2025-10-24T13:18:23.565" v="743" actId="164"/>
          <ac:spMkLst>
            <pc:docMk/>
            <pc:sldMk cId="2218622101" sldId="257"/>
            <ac:spMk id="19" creationId="{6629EAA9-F5C3-0831-58D7-61FF6AD91F10}"/>
          </ac:spMkLst>
        </pc:spChg>
        <pc:spChg chg="mod">
          <ac:chgData name="Smitha George" userId="66fd959d07e4c7e3" providerId="LiveId" clId="{0E75A981-D7C6-4915-8474-3A75DF26DA86}" dt="2025-10-24T13:19:01.089" v="789" actId="164"/>
          <ac:spMkLst>
            <pc:docMk/>
            <pc:sldMk cId="2218622101" sldId="257"/>
            <ac:spMk id="25" creationId="{71C95DB6-FA1B-421C-1CCC-4AD4631E4EFF}"/>
          </ac:spMkLst>
        </pc:spChg>
        <pc:spChg chg="mod">
          <ac:chgData name="Smitha George" userId="66fd959d07e4c7e3" providerId="LiveId" clId="{0E75A981-D7C6-4915-8474-3A75DF26DA86}" dt="2025-10-24T13:19:01.089" v="789" actId="164"/>
          <ac:spMkLst>
            <pc:docMk/>
            <pc:sldMk cId="2218622101" sldId="257"/>
            <ac:spMk id="26" creationId="{40E623C0-F244-77D9-07B9-18BE938ECD00}"/>
          </ac:spMkLst>
        </pc:spChg>
        <pc:spChg chg="mod">
          <ac:chgData name="Smitha George" userId="66fd959d07e4c7e3" providerId="LiveId" clId="{0E75A981-D7C6-4915-8474-3A75DF26DA86}" dt="2025-10-24T11:54:50.299" v="667" actId="1076"/>
          <ac:spMkLst>
            <pc:docMk/>
            <pc:sldMk cId="2218622101" sldId="257"/>
            <ac:spMk id="29" creationId="{321DEA6D-33EE-D40B-5673-8102D13928E6}"/>
          </ac:spMkLst>
        </pc:spChg>
        <pc:spChg chg="mod">
          <ac:chgData name="Smitha George" userId="66fd959d07e4c7e3" providerId="LiveId" clId="{0E75A981-D7C6-4915-8474-3A75DF26DA86}" dt="2025-10-24T13:18:36.710" v="755" actId="164"/>
          <ac:spMkLst>
            <pc:docMk/>
            <pc:sldMk cId="2218622101" sldId="257"/>
            <ac:spMk id="32" creationId="{A13FA8A6-28C6-2B34-98F1-D99A46343315}"/>
          </ac:spMkLst>
        </pc:spChg>
        <pc:spChg chg="mod">
          <ac:chgData name="Smitha George" userId="66fd959d07e4c7e3" providerId="LiveId" clId="{0E75A981-D7C6-4915-8474-3A75DF26DA86}" dt="2025-10-24T13:18:36.710" v="755" actId="164"/>
          <ac:spMkLst>
            <pc:docMk/>
            <pc:sldMk cId="2218622101" sldId="257"/>
            <ac:spMk id="33" creationId="{E463E7E1-AC71-1225-0050-A9A2CEE3B096}"/>
          </ac:spMkLst>
        </pc:spChg>
        <pc:spChg chg="add mod">
          <ac:chgData name="Smitha George" userId="66fd959d07e4c7e3" providerId="LiveId" clId="{0E75A981-D7C6-4915-8474-3A75DF26DA86}" dt="2025-10-23T11:20:14.571" v="648"/>
          <ac:spMkLst>
            <pc:docMk/>
            <pc:sldMk cId="2218622101" sldId="257"/>
            <ac:spMk id="41" creationId="{05E7719B-0BAA-9BA2-E0A9-FA65FEFC115C}"/>
          </ac:spMkLst>
        </pc:spChg>
        <pc:grpChg chg="add mod">
          <ac:chgData name="Smitha George" userId="66fd959d07e4c7e3" providerId="LiveId" clId="{0E75A981-D7C6-4915-8474-3A75DF26DA86}" dt="2025-10-24T13:18:27.125" v="754" actId="1037"/>
          <ac:grpSpMkLst>
            <pc:docMk/>
            <pc:sldMk cId="2218622101" sldId="257"/>
            <ac:grpSpMk id="6" creationId="{0B2648BE-CE7A-A77C-2251-1BF06D651BD7}"/>
          </ac:grpSpMkLst>
        </pc:grpChg>
        <pc:grpChg chg="add mod">
          <ac:chgData name="Smitha George" userId="66fd959d07e4c7e3" providerId="LiveId" clId="{0E75A981-D7C6-4915-8474-3A75DF26DA86}" dt="2025-10-24T13:18:41.824" v="771" actId="1038"/>
          <ac:grpSpMkLst>
            <pc:docMk/>
            <pc:sldMk cId="2218622101" sldId="257"/>
            <ac:grpSpMk id="7" creationId="{CDF90A35-3DAF-71F4-7F82-0D81ECF5FA2A}"/>
          </ac:grpSpMkLst>
        </pc:grpChg>
        <pc:grpChg chg="add mod">
          <ac:chgData name="Smitha George" userId="66fd959d07e4c7e3" providerId="LiveId" clId="{0E75A981-D7C6-4915-8474-3A75DF26DA86}" dt="2025-10-24T13:19:05.448" v="798" actId="1038"/>
          <ac:grpSpMkLst>
            <pc:docMk/>
            <pc:sldMk cId="2218622101" sldId="257"/>
            <ac:grpSpMk id="8" creationId="{2906AB37-5173-B129-3314-758F6FAC3AFD}"/>
          </ac:grpSpMkLst>
        </pc:grpChg>
        <pc:picChg chg="mod">
          <ac:chgData name="Smitha George" userId="66fd959d07e4c7e3" providerId="LiveId" clId="{0E75A981-D7C6-4915-8474-3A75DF26DA86}" dt="2025-10-24T11:54:23.584" v="659" actId="1076"/>
          <ac:picMkLst>
            <pc:docMk/>
            <pc:sldMk cId="2218622101" sldId="257"/>
            <ac:picMk id="17" creationId="{DFC00C6F-E915-E3B0-B7CF-52732FBFCC65}"/>
          </ac:picMkLst>
        </pc:picChg>
        <pc:picChg chg="mod">
          <ac:chgData name="Smitha George" userId="66fd959d07e4c7e3" providerId="LiveId" clId="{0E75A981-D7C6-4915-8474-3A75DF26DA86}" dt="2025-10-24T11:54:32.105" v="661" actId="1076"/>
          <ac:picMkLst>
            <pc:docMk/>
            <pc:sldMk cId="2218622101" sldId="257"/>
            <ac:picMk id="24" creationId="{4F3B691D-C275-7ABA-F9DF-BE63B22B8088}"/>
          </ac:picMkLst>
        </pc:picChg>
        <pc:picChg chg="mod">
          <ac:chgData name="Smitha George" userId="66fd959d07e4c7e3" providerId="LiveId" clId="{0E75A981-D7C6-4915-8474-3A75DF26DA86}" dt="2025-10-24T12:01:09.393" v="678" actId="1038"/>
          <ac:picMkLst>
            <pc:docMk/>
            <pc:sldMk cId="2218622101" sldId="257"/>
            <ac:picMk id="31" creationId="{A1CE8325-3190-0FD6-25D2-8F6E4D9675CA}"/>
          </ac:picMkLst>
        </pc:picChg>
      </pc:sldChg>
      <pc:sldChg chg="addSp delSp modSp mod">
        <pc:chgData name="Smitha George" userId="66fd959d07e4c7e3" providerId="LiveId" clId="{0E75A981-D7C6-4915-8474-3A75DF26DA86}" dt="2025-11-09T02:22:57.635" v="844" actId="20577"/>
        <pc:sldMkLst>
          <pc:docMk/>
          <pc:sldMk cId="3220154932" sldId="258"/>
        </pc:sldMkLst>
        <pc:spChg chg="mod">
          <ac:chgData name="Smitha George" userId="66fd959d07e4c7e3" providerId="LiveId" clId="{0E75A981-D7C6-4915-8474-3A75DF26DA86}" dt="2025-10-23T08:55:26.734" v="22" actId="2711"/>
          <ac:spMkLst>
            <pc:docMk/>
            <pc:sldMk cId="3220154932" sldId="258"/>
            <ac:spMk id="2" creationId="{8AE57649-F06C-E193-7858-AA6656861A03}"/>
          </ac:spMkLst>
        </pc:spChg>
        <pc:spChg chg="mod">
          <ac:chgData name="Smitha George" userId="66fd959d07e4c7e3" providerId="LiveId" clId="{0E75A981-D7C6-4915-8474-3A75DF26DA86}" dt="2025-10-24T13:12:06.285" v="707" actId="14100"/>
          <ac:spMkLst>
            <pc:docMk/>
            <pc:sldMk cId="3220154932" sldId="258"/>
            <ac:spMk id="4" creationId="{CA04E2AC-A47F-E27B-04DE-FE466C9C0CBA}"/>
          </ac:spMkLst>
        </pc:spChg>
        <pc:spChg chg="mod topLvl">
          <ac:chgData name="Smitha George" userId="66fd959d07e4c7e3" providerId="LiveId" clId="{0E75A981-D7C6-4915-8474-3A75DF26DA86}" dt="2025-10-24T13:22:09.879" v="816" actId="164"/>
          <ac:spMkLst>
            <pc:docMk/>
            <pc:sldMk cId="3220154932" sldId="258"/>
            <ac:spMk id="8" creationId="{A0A6D847-500B-6865-E843-D479D84EBB32}"/>
          </ac:spMkLst>
        </pc:spChg>
        <pc:spChg chg="mod topLvl">
          <ac:chgData name="Smitha George" userId="66fd959d07e4c7e3" providerId="LiveId" clId="{0E75A981-D7C6-4915-8474-3A75DF26DA86}" dt="2025-10-24T13:22:09.879" v="816" actId="164"/>
          <ac:spMkLst>
            <pc:docMk/>
            <pc:sldMk cId="3220154932" sldId="258"/>
            <ac:spMk id="10" creationId="{8DEE2F88-A17B-B830-1EC9-16ABF3147DE6}"/>
          </ac:spMkLst>
        </pc:spChg>
        <pc:spChg chg="mod topLvl">
          <ac:chgData name="Smitha George" userId="66fd959d07e4c7e3" providerId="LiveId" clId="{0E75A981-D7C6-4915-8474-3A75DF26DA86}" dt="2025-10-24T13:22:09.879" v="816" actId="164"/>
          <ac:spMkLst>
            <pc:docMk/>
            <pc:sldMk cId="3220154932" sldId="258"/>
            <ac:spMk id="12" creationId="{271BB329-F646-38B3-5933-B2FDE4648501}"/>
          </ac:spMkLst>
        </pc:spChg>
        <pc:spChg chg="mod topLvl">
          <ac:chgData name="Smitha George" userId="66fd959d07e4c7e3" providerId="LiveId" clId="{0E75A981-D7C6-4915-8474-3A75DF26DA86}" dt="2025-10-24T13:22:09.879" v="816" actId="164"/>
          <ac:spMkLst>
            <pc:docMk/>
            <pc:sldMk cId="3220154932" sldId="258"/>
            <ac:spMk id="14" creationId="{F4695B2C-CC24-B251-3550-C6EB5F0724BA}"/>
          </ac:spMkLst>
        </pc:spChg>
        <pc:spChg chg="mod">
          <ac:chgData name="Smitha George" userId="66fd959d07e4c7e3" providerId="LiveId" clId="{0E75A981-D7C6-4915-8474-3A75DF26DA86}" dt="2025-10-24T13:22:03.402" v="815" actId="14100"/>
          <ac:spMkLst>
            <pc:docMk/>
            <pc:sldMk cId="3220154932" sldId="258"/>
            <ac:spMk id="15" creationId="{29FBFEFA-4BD7-307F-ED82-A2B0B11B7C81}"/>
          </ac:spMkLst>
        </pc:spChg>
        <pc:spChg chg="mod topLvl">
          <ac:chgData name="Smitha George" userId="66fd959d07e4c7e3" providerId="LiveId" clId="{0E75A981-D7C6-4915-8474-3A75DF26DA86}" dt="2025-10-24T13:22:09.879" v="816" actId="164"/>
          <ac:spMkLst>
            <pc:docMk/>
            <pc:sldMk cId="3220154932" sldId="258"/>
            <ac:spMk id="34" creationId="{A1021DAF-E088-66A1-8BB8-A1C550596BE9}"/>
          </ac:spMkLst>
        </pc:spChg>
        <pc:spChg chg="mod topLvl">
          <ac:chgData name="Smitha George" userId="66fd959d07e4c7e3" providerId="LiveId" clId="{0E75A981-D7C6-4915-8474-3A75DF26DA86}" dt="2025-10-24T13:22:09.879" v="816" actId="164"/>
          <ac:spMkLst>
            <pc:docMk/>
            <pc:sldMk cId="3220154932" sldId="258"/>
            <ac:spMk id="35" creationId="{96F064FA-5CA9-ABC4-26EE-1BE30EB462B9}"/>
          </ac:spMkLst>
        </pc:spChg>
        <pc:spChg chg="mod topLvl">
          <ac:chgData name="Smitha George" userId="66fd959d07e4c7e3" providerId="LiveId" clId="{0E75A981-D7C6-4915-8474-3A75DF26DA86}" dt="2025-10-24T13:22:09.879" v="816" actId="164"/>
          <ac:spMkLst>
            <pc:docMk/>
            <pc:sldMk cId="3220154932" sldId="258"/>
            <ac:spMk id="44" creationId="{2A5447D8-1B56-3C94-ED60-3677F894FD55}"/>
          </ac:spMkLst>
        </pc:spChg>
        <pc:spChg chg="mod topLvl">
          <ac:chgData name="Smitha George" userId="66fd959d07e4c7e3" providerId="LiveId" clId="{0E75A981-D7C6-4915-8474-3A75DF26DA86}" dt="2025-10-24T13:22:09.879" v="816" actId="164"/>
          <ac:spMkLst>
            <pc:docMk/>
            <pc:sldMk cId="3220154932" sldId="258"/>
            <ac:spMk id="45" creationId="{23637ED7-89EF-CC6B-680A-0CC852342025}"/>
          </ac:spMkLst>
        </pc:spChg>
        <pc:spChg chg="mod topLvl">
          <ac:chgData name="Smitha George" userId="66fd959d07e4c7e3" providerId="LiveId" clId="{0E75A981-D7C6-4915-8474-3A75DF26DA86}" dt="2025-10-24T13:22:09.879" v="816" actId="164"/>
          <ac:spMkLst>
            <pc:docMk/>
            <pc:sldMk cId="3220154932" sldId="258"/>
            <ac:spMk id="47" creationId="{37FE81D7-30DD-EAC0-6CAB-D660893E61AB}"/>
          </ac:spMkLst>
        </pc:spChg>
        <pc:spChg chg="mod topLvl">
          <ac:chgData name="Smitha George" userId="66fd959d07e4c7e3" providerId="LiveId" clId="{0E75A981-D7C6-4915-8474-3A75DF26DA86}" dt="2025-11-09T02:22:57.635" v="844" actId="20577"/>
          <ac:spMkLst>
            <pc:docMk/>
            <pc:sldMk cId="3220154932" sldId="258"/>
            <ac:spMk id="49" creationId="{F623B7D0-3F15-D6C4-90CF-3D4C2A906F9F}"/>
          </ac:spMkLst>
        </pc:spChg>
        <pc:spChg chg="add mod">
          <ac:chgData name="Smitha George" userId="66fd959d07e4c7e3" providerId="LiveId" clId="{0E75A981-D7C6-4915-8474-3A75DF26DA86}" dt="2025-10-23T11:20:17.736" v="649"/>
          <ac:spMkLst>
            <pc:docMk/>
            <pc:sldMk cId="3220154932" sldId="258"/>
            <ac:spMk id="50" creationId="{8916B2B0-D92F-8FF8-EE02-2042350ADC3F}"/>
          </ac:spMkLst>
        </pc:spChg>
        <pc:picChg chg="mod">
          <ac:chgData name="Smitha George" userId="66fd959d07e4c7e3" providerId="LiveId" clId="{0E75A981-D7C6-4915-8474-3A75DF26DA86}" dt="2025-10-24T13:19:53.271" v="802" actId="14100"/>
          <ac:picMkLst>
            <pc:docMk/>
            <pc:sldMk cId="3220154932" sldId="258"/>
            <ac:picMk id="7" creationId="{2D844E12-BAB9-7267-6966-79762DA43D62}"/>
          </ac:picMkLst>
        </pc:picChg>
        <pc:picChg chg="mod">
          <ac:chgData name="Smitha George" userId="66fd959d07e4c7e3" providerId="LiveId" clId="{0E75A981-D7C6-4915-8474-3A75DF26DA86}" dt="2025-10-24T13:19:46.408" v="801" actId="14100"/>
          <ac:picMkLst>
            <pc:docMk/>
            <pc:sldMk cId="3220154932" sldId="258"/>
            <ac:picMk id="11" creationId="{6B249094-9772-B701-9BE8-CBD84219D17B}"/>
          </ac:picMkLst>
        </pc:picChg>
        <pc:picChg chg="mod">
          <ac:chgData name="Smitha George" userId="66fd959d07e4c7e3" providerId="LiveId" clId="{0E75A981-D7C6-4915-8474-3A75DF26DA86}" dt="2025-10-24T13:20:01.568" v="803" actId="14100"/>
          <ac:picMkLst>
            <pc:docMk/>
            <pc:sldMk cId="3220154932" sldId="258"/>
            <ac:picMk id="27" creationId="{3C8F1348-7DED-7DBF-41F4-B5ACE259570B}"/>
          </ac:picMkLst>
        </pc:picChg>
        <pc:picChg chg="mod">
          <ac:chgData name="Smitha George" userId="66fd959d07e4c7e3" providerId="LiveId" clId="{0E75A981-D7C6-4915-8474-3A75DF26DA86}" dt="2025-10-24T13:20:15.545" v="805" actId="14100"/>
          <ac:picMkLst>
            <pc:docMk/>
            <pc:sldMk cId="3220154932" sldId="258"/>
            <ac:picMk id="42" creationId="{E1127935-A045-0368-2FC0-D47B332D2329}"/>
          </ac:picMkLst>
        </pc:picChg>
        <pc:picChg chg="mod">
          <ac:chgData name="Smitha George" userId="66fd959d07e4c7e3" providerId="LiveId" clId="{0E75A981-D7C6-4915-8474-3A75DF26DA86}" dt="2025-10-24T13:20:10.071" v="804" actId="14100"/>
          <ac:picMkLst>
            <pc:docMk/>
            <pc:sldMk cId="3220154932" sldId="258"/>
            <ac:picMk id="46" creationId="{7FC84A68-6736-3435-7458-2188CB933B30}"/>
          </ac:picMkLst>
        </pc:picChg>
      </pc:sldChg>
      <pc:sldChg chg="addSp delSp modSp add mod">
        <pc:chgData name="Smitha George" userId="66fd959d07e4c7e3" providerId="LiveId" clId="{0E75A981-D7C6-4915-8474-3A75DF26DA86}" dt="2025-11-09T02:58:13.103" v="1171" actId="20577"/>
        <pc:sldMkLst>
          <pc:docMk/>
          <pc:sldMk cId="170761993" sldId="259"/>
        </pc:sldMkLst>
        <pc:spChg chg="mod">
          <ac:chgData name="Smitha George" userId="66fd959d07e4c7e3" providerId="LiveId" clId="{0E75A981-D7C6-4915-8474-3A75DF26DA86}" dt="2025-10-23T08:55:03.703" v="17" actId="2711"/>
          <ac:spMkLst>
            <pc:docMk/>
            <pc:sldMk cId="170761993" sldId="259"/>
            <ac:spMk id="2" creationId="{5072B0F3-EFE4-C1F5-469C-0EFBE86C07DA}"/>
          </ac:spMkLst>
        </pc:spChg>
        <pc:spChg chg="mod">
          <ac:chgData name="Smitha George" userId="66fd959d07e4c7e3" providerId="LiveId" clId="{0E75A981-D7C6-4915-8474-3A75DF26DA86}" dt="2025-10-23T08:55:08.759" v="18" actId="113"/>
          <ac:spMkLst>
            <pc:docMk/>
            <pc:sldMk cId="170761993" sldId="259"/>
            <ac:spMk id="4" creationId="{37DFB7B8-D791-D79B-7F59-939ACEC55AD8}"/>
          </ac:spMkLst>
        </pc:spChg>
        <pc:spChg chg="mod">
          <ac:chgData name="Smitha George" userId="66fd959d07e4c7e3" providerId="LiveId" clId="{0E75A981-D7C6-4915-8474-3A75DF26DA86}" dt="2025-11-09T02:30:54.225" v="845" actId="20577"/>
          <ac:spMkLst>
            <pc:docMk/>
            <pc:sldMk cId="170761993" sldId="259"/>
            <ac:spMk id="5" creationId="{038B821C-5DB4-3A46-8E38-B262C23B2F9A}"/>
          </ac:spMkLst>
        </pc:spChg>
        <pc:spChg chg="mod">
          <ac:chgData name="Smitha George" userId="66fd959d07e4c7e3" providerId="LiveId" clId="{0E75A981-D7C6-4915-8474-3A75DF26DA86}" dt="2025-11-09T02:31:25.237" v="850" actId="1076"/>
          <ac:spMkLst>
            <pc:docMk/>
            <pc:sldMk cId="170761993" sldId="259"/>
            <ac:spMk id="7" creationId="{639E5DC3-57A0-5BFF-6532-F5FB189F5B1E}"/>
          </ac:spMkLst>
        </pc:spChg>
        <pc:spChg chg="mod">
          <ac:chgData name="Smitha George" userId="66fd959d07e4c7e3" providerId="LiveId" clId="{0E75A981-D7C6-4915-8474-3A75DF26DA86}" dt="2025-11-09T02:32:07.742" v="857" actId="1076"/>
          <ac:spMkLst>
            <pc:docMk/>
            <pc:sldMk cId="170761993" sldId="259"/>
            <ac:spMk id="9" creationId="{854E5DCB-CDF1-1D18-2EF2-B78E2364ACEB}"/>
          </ac:spMkLst>
        </pc:spChg>
        <pc:spChg chg="mod">
          <ac:chgData name="Smitha George" userId="66fd959d07e4c7e3" providerId="LiveId" clId="{0E75A981-D7C6-4915-8474-3A75DF26DA86}" dt="2025-11-09T02:33:19.249" v="873" actId="255"/>
          <ac:spMkLst>
            <pc:docMk/>
            <pc:sldMk cId="170761993" sldId="259"/>
            <ac:spMk id="10" creationId="{EC4CF40A-7665-5FA8-7BE0-F8F930776EB9}"/>
          </ac:spMkLst>
        </pc:spChg>
        <pc:spChg chg="add del mod">
          <ac:chgData name="Smitha George" userId="66fd959d07e4c7e3" providerId="LiveId" clId="{0E75A981-D7C6-4915-8474-3A75DF26DA86}" dt="2025-11-09T02:33:49.198" v="878" actId="1076"/>
          <ac:spMkLst>
            <pc:docMk/>
            <pc:sldMk cId="170761993" sldId="259"/>
            <ac:spMk id="11" creationId="{C8E80219-5BD1-CB49-7B1D-8F2191F499CE}"/>
          </ac:spMkLst>
        </pc:spChg>
        <pc:spChg chg="mod">
          <ac:chgData name="Smitha George" userId="66fd959d07e4c7e3" providerId="LiveId" clId="{0E75A981-D7C6-4915-8474-3A75DF26DA86}" dt="2025-11-09T02:31:11.029" v="847"/>
          <ac:spMkLst>
            <pc:docMk/>
            <pc:sldMk cId="170761993" sldId="259"/>
            <ac:spMk id="12" creationId="{C6FE77A9-46C2-D765-2D16-1C82D850B998}"/>
          </ac:spMkLst>
        </pc:spChg>
        <pc:spChg chg="mod">
          <ac:chgData name="Smitha George" userId="66fd959d07e4c7e3" providerId="LiveId" clId="{0E75A981-D7C6-4915-8474-3A75DF26DA86}" dt="2025-11-09T02:33:58.651" v="879" actId="1076"/>
          <ac:spMkLst>
            <pc:docMk/>
            <pc:sldMk cId="170761993" sldId="259"/>
            <ac:spMk id="13" creationId="{2D3D127C-582B-94BC-CE84-2787A5B9CCA2}"/>
          </ac:spMkLst>
        </pc:spChg>
        <pc:spChg chg="mod">
          <ac:chgData name="Smitha George" userId="66fd959d07e4c7e3" providerId="LiveId" clId="{0E75A981-D7C6-4915-8474-3A75DF26DA86}" dt="2025-11-09T02:33:37.585" v="874" actId="108"/>
          <ac:spMkLst>
            <pc:docMk/>
            <pc:sldMk cId="170761993" sldId="259"/>
            <ac:spMk id="14" creationId="{CFACCCC5-63EC-7892-779E-532F210906AF}"/>
          </ac:spMkLst>
        </pc:spChg>
        <pc:spChg chg="mod">
          <ac:chgData name="Smitha George" userId="66fd959d07e4c7e3" providerId="LiveId" clId="{0E75A981-D7C6-4915-8474-3A75DF26DA86}" dt="2025-11-09T02:31:30.781" v="852" actId="1076"/>
          <ac:spMkLst>
            <pc:docMk/>
            <pc:sldMk cId="170761993" sldId="259"/>
            <ac:spMk id="15" creationId="{C3522F47-4ABA-1B30-1EAA-85F284EB1646}"/>
          </ac:spMkLst>
        </pc:spChg>
        <pc:spChg chg="mod">
          <ac:chgData name="Smitha George" userId="66fd959d07e4c7e3" providerId="LiveId" clId="{0E75A981-D7C6-4915-8474-3A75DF26DA86}" dt="2025-11-09T02:36:59.348" v="904" actId="1076"/>
          <ac:spMkLst>
            <pc:docMk/>
            <pc:sldMk cId="170761993" sldId="259"/>
            <ac:spMk id="17" creationId="{7A624914-E67E-CC34-35C9-69A61D1280BA}"/>
          </ac:spMkLst>
        </pc:spChg>
        <pc:spChg chg="mod">
          <ac:chgData name="Smitha George" userId="66fd959d07e4c7e3" providerId="LiveId" clId="{0E75A981-D7C6-4915-8474-3A75DF26DA86}" dt="2025-11-09T02:36:54.839" v="903" actId="1076"/>
          <ac:spMkLst>
            <pc:docMk/>
            <pc:sldMk cId="170761993" sldId="259"/>
            <ac:spMk id="18" creationId="{E2BF0741-2009-34FA-9A23-32021B272EC6}"/>
          </ac:spMkLst>
        </pc:spChg>
        <pc:spChg chg="mod">
          <ac:chgData name="Smitha George" userId="66fd959d07e4c7e3" providerId="LiveId" clId="{0E75A981-D7C6-4915-8474-3A75DF26DA86}" dt="2025-10-23T08:54:10.804" v="5"/>
          <ac:spMkLst>
            <pc:docMk/>
            <pc:sldMk cId="170761993" sldId="259"/>
            <ac:spMk id="20" creationId="{83B25354-70CD-C038-FDBC-4DAB1F5BD543}"/>
          </ac:spMkLst>
        </pc:spChg>
        <pc:spChg chg="mod">
          <ac:chgData name="Smitha George" userId="66fd959d07e4c7e3" providerId="LiveId" clId="{0E75A981-D7C6-4915-8474-3A75DF26DA86}" dt="2025-11-09T02:36:47.551" v="901" actId="1076"/>
          <ac:spMkLst>
            <pc:docMk/>
            <pc:sldMk cId="170761993" sldId="259"/>
            <ac:spMk id="21" creationId="{75F0EB23-9776-079D-320C-CE48489AABCB}"/>
          </ac:spMkLst>
        </pc:spChg>
        <pc:spChg chg="mod">
          <ac:chgData name="Smitha George" userId="66fd959d07e4c7e3" providerId="LiveId" clId="{0E75A981-D7C6-4915-8474-3A75DF26DA86}" dt="2025-11-09T02:58:13.103" v="1171" actId="20577"/>
          <ac:spMkLst>
            <pc:docMk/>
            <pc:sldMk cId="170761993" sldId="259"/>
            <ac:spMk id="22" creationId="{B721889E-4A24-0A29-65AA-771E69FEBDA4}"/>
          </ac:spMkLst>
        </pc:spChg>
        <pc:spChg chg="del mod">
          <ac:chgData name="Smitha George" userId="66fd959d07e4c7e3" providerId="LiveId" clId="{0E75A981-D7C6-4915-8474-3A75DF26DA86}" dt="2025-11-09T02:33:01.611" v="870" actId="478"/>
          <ac:spMkLst>
            <pc:docMk/>
            <pc:sldMk cId="170761993" sldId="259"/>
            <ac:spMk id="23" creationId="{CBE50BA2-B4BA-94D6-26CF-16CD88B962E8}"/>
          </ac:spMkLst>
        </pc:spChg>
        <pc:spChg chg="del mod">
          <ac:chgData name="Smitha George" userId="66fd959d07e4c7e3" providerId="LiveId" clId="{0E75A981-D7C6-4915-8474-3A75DF26DA86}" dt="2025-11-09T02:32:57.792" v="868" actId="478"/>
          <ac:spMkLst>
            <pc:docMk/>
            <pc:sldMk cId="170761993" sldId="259"/>
            <ac:spMk id="24" creationId="{935F28FB-0FF5-8336-9CD7-0672C9D4179E}"/>
          </ac:spMkLst>
        </pc:spChg>
        <pc:spChg chg="del mod">
          <ac:chgData name="Smitha George" userId="66fd959d07e4c7e3" providerId="LiveId" clId="{0E75A981-D7C6-4915-8474-3A75DF26DA86}" dt="2025-11-09T02:33:05.251" v="871" actId="478"/>
          <ac:spMkLst>
            <pc:docMk/>
            <pc:sldMk cId="170761993" sldId="259"/>
            <ac:spMk id="25" creationId="{E3224464-69A8-26AC-CE4E-D7EC123666D2}"/>
          </ac:spMkLst>
        </pc:spChg>
        <pc:spChg chg="del mod">
          <ac:chgData name="Smitha George" userId="66fd959d07e4c7e3" providerId="LiveId" clId="{0E75A981-D7C6-4915-8474-3A75DF26DA86}" dt="2025-11-09T02:33:08.122" v="872" actId="478"/>
          <ac:spMkLst>
            <pc:docMk/>
            <pc:sldMk cId="170761993" sldId="259"/>
            <ac:spMk id="26" creationId="{FAEC4346-7AEC-BC84-085B-3D0BC8B32694}"/>
          </ac:spMkLst>
        </pc:spChg>
        <pc:spChg chg="mod">
          <ac:chgData name="Smitha George" userId="66fd959d07e4c7e3" providerId="LiveId" clId="{0E75A981-D7C6-4915-8474-3A75DF26DA86}" dt="2025-11-09T02:31:11.029" v="847"/>
          <ac:spMkLst>
            <pc:docMk/>
            <pc:sldMk cId="170761993" sldId="259"/>
            <ac:spMk id="27" creationId="{EBDD3F6B-6A67-B065-E600-82E729FB652C}"/>
          </ac:spMkLst>
        </pc:spChg>
        <pc:spChg chg="del">
          <ac:chgData name="Smitha George" userId="66fd959d07e4c7e3" providerId="LiveId" clId="{0E75A981-D7C6-4915-8474-3A75DF26DA86}" dt="2025-11-09T02:32:40.446" v="863" actId="478"/>
          <ac:spMkLst>
            <pc:docMk/>
            <pc:sldMk cId="170761993" sldId="259"/>
            <ac:spMk id="28" creationId="{6DA8CF77-DC70-AB79-3FE1-639F42F81258}"/>
          </ac:spMkLst>
        </pc:spChg>
        <pc:spChg chg="del mod">
          <ac:chgData name="Smitha George" userId="66fd959d07e4c7e3" providerId="LiveId" clId="{0E75A981-D7C6-4915-8474-3A75DF26DA86}" dt="2025-11-09T02:32:54.805" v="867" actId="478"/>
          <ac:spMkLst>
            <pc:docMk/>
            <pc:sldMk cId="170761993" sldId="259"/>
            <ac:spMk id="29" creationId="{D00F86A7-EA82-E3EA-E664-F8EAE0E28E32}"/>
          </ac:spMkLst>
        </pc:spChg>
        <pc:spChg chg="del mod">
          <ac:chgData name="Smitha George" userId="66fd959d07e4c7e3" providerId="LiveId" clId="{0E75A981-D7C6-4915-8474-3A75DF26DA86}" dt="2025-11-09T02:32:51.325" v="866" actId="478"/>
          <ac:spMkLst>
            <pc:docMk/>
            <pc:sldMk cId="170761993" sldId="259"/>
            <ac:spMk id="30" creationId="{325FAF02-BB0B-3617-5CB8-8CA25CF345F8}"/>
          </ac:spMkLst>
        </pc:spChg>
        <pc:spChg chg="del mod">
          <ac:chgData name="Smitha George" userId="66fd959d07e4c7e3" providerId="LiveId" clId="{0E75A981-D7C6-4915-8474-3A75DF26DA86}" dt="2025-11-09T02:32:46.817" v="865" actId="478"/>
          <ac:spMkLst>
            <pc:docMk/>
            <pc:sldMk cId="170761993" sldId="259"/>
            <ac:spMk id="31" creationId="{3B24AA00-B859-53DA-8679-4D0AAB4D2002}"/>
          </ac:spMkLst>
        </pc:spChg>
        <pc:spChg chg="add mod">
          <ac:chgData name="Smitha George" userId="66fd959d07e4c7e3" providerId="LiveId" clId="{0E75A981-D7C6-4915-8474-3A75DF26DA86}" dt="2025-10-23T11:20:19.694" v="650"/>
          <ac:spMkLst>
            <pc:docMk/>
            <pc:sldMk cId="170761993" sldId="259"/>
            <ac:spMk id="32" creationId="{C7AB5769-C118-2CB5-03FD-CE32792331A8}"/>
          </ac:spMkLst>
        </pc:spChg>
        <pc:spChg chg="mod">
          <ac:chgData name="Smitha George" userId="66fd959d07e4c7e3" providerId="LiveId" clId="{0E75A981-D7C6-4915-8474-3A75DF26DA86}" dt="2025-11-09T02:31:11.029" v="847"/>
          <ac:spMkLst>
            <pc:docMk/>
            <pc:sldMk cId="170761993" sldId="259"/>
            <ac:spMk id="33" creationId="{3233E948-ADD0-9106-B9B6-8AAC163F6361}"/>
          </ac:spMkLst>
        </pc:spChg>
        <pc:spChg chg="mod">
          <ac:chgData name="Smitha George" userId="66fd959d07e4c7e3" providerId="LiveId" clId="{0E75A981-D7C6-4915-8474-3A75DF26DA86}" dt="2025-11-09T02:34:04.459" v="880" actId="1076"/>
          <ac:spMkLst>
            <pc:docMk/>
            <pc:sldMk cId="170761993" sldId="259"/>
            <ac:spMk id="34" creationId="{227E8A1F-833E-5000-5430-36119C99C91B}"/>
          </ac:spMkLst>
        </pc:spChg>
        <pc:spChg chg="mod">
          <ac:chgData name="Smitha George" userId="66fd959d07e4c7e3" providerId="LiveId" clId="{0E75A981-D7C6-4915-8474-3A75DF26DA86}" dt="2025-11-09T02:34:17.130" v="882" actId="108"/>
          <ac:spMkLst>
            <pc:docMk/>
            <pc:sldMk cId="170761993" sldId="259"/>
            <ac:spMk id="35" creationId="{F29E6E4D-1A8D-A8BB-1D93-01D682687BEB}"/>
          </ac:spMkLst>
        </pc:spChg>
        <pc:spChg chg="mod">
          <ac:chgData name="Smitha George" userId="66fd959d07e4c7e3" providerId="LiveId" clId="{0E75A981-D7C6-4915-8474-3A75DF26DA86}" dt="2025-11-09T02:31:11.029" v="847"/>
          <ac:spMkLst>
            <pc:docMk/>
            <pc:sldMk cId="170761993" sldId="259"/>
            <ac:spMk id="37" creationId="{AFC70B61-D88B-0272-10FF-E7FF44680D16}"/>
          </ac:spMkLst>
        </pc:spChg>
        <pc:spChg chg="mod">
          <ac:chgData name="Smitha George" userId="66fd959d07e4c7e3" providerId="LiveId" clId="{0E75A981-D7C6-4915-8474-3A75DF26DA86}" dt="2025-11-09T02:34:11.037" v="881" actId="1076"/>
          <ac:spMkLst>
            <pc:docMk/>
            <pc:sldMk cId="170761993" sldId="259"/>
            <ac:spMk id="38" creationId="{2053A8C5-6032-7AA1-9290-06F443C7C437}"/>
          </ac:spMkLst>
        </pc:spChg>
        <pc:spChg chg="mod">
          <ac:chgData name="Smitha George" userId="66fd959d07e4c7e3" providerId="LiveId" clId="{0E75A981-D7C6-4915-8474-3A75DF26DA86}" dt="2025-11-09T02:34:22.808" v="883" actId="108"/>
          <ac:spMkLst>
            <pc:docMk/>
            <pc:sldMk cId="170761993" sldId="259"/>
            <ac:spMk id="39" creationId="{10463228-96FE-68D9-FD6B-BEA4D6E504A2}"/>
          </ac:spMkLst>
        </pc:spChg>
        <pc:spChg chg="add del">
          <ac:chgData name="Smitha George" userId="66fd959d07e4c7e3" providerId="LiveId" clId="{0E75A981-D7C6-4915-8474-3A75DF26DA86}" dt="2025-11-09T02:35:39.758" v="893" actId="22"/>
          <ac:spMkLst>
            <pc:docMk/>
            <pc:sldMk cId="170761993" sldId="259"/>
            <ac:spMk id="41" creationId="{F22BFDFE-E066-136F-8A8E-1EF7D76FDC36}"/>
          </ac:spMkLst>
        </pc:spChg>
        <pc:grpChg chg="mod">
          <ac:chgData name="Smitha George" userId="66fd959d07e4c7e3" providerId="LiveId" clId="{0E75A981-D7C6-4915-8474-3A75DF26DA86}" dt="2025-11-09T02:32:59.194" v="869" actId="1076"/>
          <ac:grpSpMkLst>
            <pc:docMk/>
            <pc:sldMk cId="170761993" sldId="259"/>
            <ac:grpSpMk id="3" creationId="{197F068E-0204-2703-96F9-03E7292AFAC3}"/>
          </ac:grpSpMkLst>
        </pc:grpChg>
        <pc:grpChg chg="mod">
          <ac:chgData name="Smitha George" userId="66fd959d07e4c7e3" providerId="LiveId" clId="{0E75A981-D7C6-4915-8474-3A75DF26DA86}" dt="2025-11-09T02:31:35.686" v="853" actId="1076"/>
          <ac:grpSpMkLst>
            <pc:docMk/>
            <pc:sldMk cId="170761993" sldId="259"/>
            <ac:grpSpMk id="6" creationId="{C8459E62-21ED-E6A1-41B0-0AB54FCC7A3A}"/>
          </ac:grpSpMkLst>
        </pc:grpChg>
      </pc:sldChg>
      <pc:sldChg chg="addSp delSp modSp add mod">
        <pc:chgData name="Smitha George" userId="66fd959d07e4c7e3" providerId="LiveId" clId="{0E75A981-D7C6-4915-8474-3A75DF26DA86}" dt="2025-11-09T02:57:03.032" v="1132" actId="1076"/>
        <pc:sldMkLst>
          <pc:docMk/>
          <pc:sldMk cId="1452469688" sldId="260"/>
        </pc:sldMkLst>
        <pc:spChg chg="mod topLvl">
          <ac:chgData name="Smitha George" userId="66fd959d07e4c7e3" providerId="LiveId" clId="{0E75A981-D7C6-4915-8474-3A75DF26DA86}" dt="2025-11-09T02:52:17.626" v="1012" actId="165"/>
          <ac:spMkLst>
            <pc:docMk/>
            <pc:sldMk cId="1452469688" sldId="260"/>
            <ac:spMk id="2" creationId="{368C128E-DD63-D3AA-6E63-B7A058608709}"/>
          </ac:spMkLst>
        </pc:spChg>
        <pc:spChg chg="mod">
          <ac:chgData name="Smitha George" userId="66fd959d07e4c7e3" providerId="LiveId" clId="{0E75A981-D7C6-4915-8474-3A75DF26DA86}" dt="2025-11-09T02:48:57.740" v="976"/>
          <ac:spMkLst>
            <pc:docMk/>
            <pc:sldMk cId="1452469688" sldId="260"/>
            <ac:spMk id="4" creationId="{AA986840-4322-2B51-38F8-280DFE2096C9}"/>
          </ac:spMkLst>
        </pc:spChg>
        <pc:spChg chg="add mod">
          <ac:chgData name="Smitha George" userId="66fd959d07e4c7e3" providerId="LiveId" clId="{0E75A981-D7C6-4915-8474-3A75DF26DA86}" dt="2025-11-09T02:57:03.032" v="1132" actId="1076"/>
          <ac:spMkLst>
            <pc:docMk/>
            <pc:sldMk cId="1452469688" sldId="260"/>
            <ac:spMk id="7" creationId="{B26FAF45-5CC0-3675-A2A4-EEE17FCEAA46}"/>
          </ac:spMkLst>
        </pc:spChg>
        <pc:spChg chg="add mod ord topLvl">
          <ac:chgData name="Smitha George" userId="66fd959d07e4c7e3" providerId="LiveId" clId="{0E75A981-D7C6-4915-8474-3A75DF26DA86}" dt="2025-11-09T02:56:48.835" v="1129" actId="164"/>
          <ac:spMkLst>
            <pc:docMk/>
            <pc:sldMk cId="1452469688" sldId="260"/>
            <ac:spMk id="10" creationId="{F70A559F-3252-415E-430E-1EF6BD7BC691}"/>
          </ac:spMkLst>
        </pc:spChg>
        <pc:spChg chg="add del mod topLvl">
          <ac:chgData name="Smitha George" userId="66fd959d07e4c7e3" providerId="LiveId" clId="{0E75A981-D7C6-4915-8474-3A75DF26DA86}" dt="2025-11-09T02:56:48.835" v="1129" actId="164"/>
          <ac:spMkLst>
            <pc:docMk/>
            <pc:sldMk cId="1452469688" sldId="260"/>
            <ac:spMk id="11" creationId="{04466B10-05F6-3893-73DF-FC091205B01F}"/>
          </ac:spMkLst>
        </pc:spChg>
        <pc:spChg chg="add mod topLvl">
          <ac:chgData name="Smitha George" userId="66fd959d07e4c7e3" providerId="LiveId" clId="{0E75A981-D7C6-4915-8474-3A75DF26DA86}" dt="2025-11-09T02:56:48.835" v="1129" actId="164"/>
          <ac:spMkLst>
            <pc:docMk/>
            <pc:sldMk cId="1452469688" sldId="260"/>
            <ac:spMk id="12" creationId="{F1B357ED-C9B7-7FC3-8E19-8661F0781A9F}"/>
          </ac:spMkLst>
        </pc:spChg>
        <pc:spChg chg="add mod ord topLvl">
          <ac:chgData name="Smitha George" userId="66fd959d07e4c7e3" providerId="LiveId" clId="{0E75A981-D7C6-4915-8474-3A75DF26DA86}" dt="2025-11-09T02:56:48.835" v="1129" actId="164"/>
          <ac:spMkLst>
            <pc:docMk/>
            <pc:sldMk cId="1452469688" sldId="260"/>
            <ac:spMk id="13" creationId="{7DB1967F-01E4-B51D-9DA8-2E04AB4210FC}"/>
          </ac:spMkLst>
        </pc:spChg>
        <pc:spChg chg="add mod topLvl">
          <ac:chgData name="Smitha George" userId="66fd959d07e4c7e3" providerId="LiveId" clId="{0E75A981-D7C6-4915-8474-3A75DF26DA86}" dt="2025-11-09T02:56:48.835" v="1129" actId="164"/>
          <ac:spMkLst>
            <pc:docMk/>
            <pc:sldMk cId="1452469688" sldId="260"/>
            <ac:spMk id="14" creationId="{10AE80BE-91DA-8E85-57E9-9056795C41AA}"/>
          </ac:spMkLst>
        </pc:spChg>
        <pc:spChg chg="mod">
          <ac:chgData name="Smitha George" userId="66fd959d07e4c7e3" providerId="LiveId" clId="{0E75A981-D7C6-4915-8474-3A75DF26DA86}" dt="2025-11-09T02:43:48.547" v="929" actId="1076"/>
          <ac:spMkLst>
            <pc:docMk/>
            <pc:sldMk cId="1452469688" sldId="260"/>
            <ac:spMk id="15" creationId="{266694E2-6CF8-B727-CF1A-B575CA8565ED}"/>
          </ac:spMkLst>
        </pc:spChg>
        <pc:spChg chg="add mod ord topLvl">
          <ac:chgData name="Smitha George" userId="66fd959d07e4c7e3" providerId="LiveId" clId="{0E75A981-D7C6-4915-8474-3A75DF26DA86}" dt="2025-11-09T02:56:48.835" v="1129" actId="164"/>
          <ac:spMkLst>
            <pc:docMk/>
            <pc:sldMk cId="1452469688" sldId="260"/>
            <ac:spMk id="17" creationId="{E4108F0C-D8E3-934A-9E5E-BCD285A72F36}"/>
          </ac:spMkLst>
        </pc:spChg>
        <pc:spChg chg="add mod ord topLvl">
          <ac:chgData name="Smitha George" userId="66fd959d07e4c7e3" providerId="LiveId" clId="{0E75A981-D7C6-4915-8474-3A75DF26DA86}" dt="2025-11-09T02:56:48.835" v="1129" actId="164"/>
          <ac:spMkLst>
            <pc:docMk/>
            <pc:sldMk cId="1452469688" sldId="260"/>
            <ac:spMk id="18" creationId="{9420E292-424B-A59C-E426-27D2885FB468}"/>
          </ac:spMkLst>
        </pc:spChg>
        <pc:spChg chg="add mod topLvl">
          <ac:chgData name="Smitha George" userId="66fd959d07e4c7e3" providerId="LiveId" clId="{0E75A981-D7C6-4915-8474-3A75DF26DA86}" dt="2025-11-09T02:56:48.835" v="1129" actId="164"/>
          <ac:spMkLst>
            <pc:docMk/>
            <pc:sldMk cId="1452469688" sldId="260"/>
            <ac:spMk id="20" creationId="{FA558339-B498-FFD6-8C0A-CC34D75B9552}"/>
          </ac:spMkLst>
        </pc:spChg>
        <pc:spChg chg="add mod topLvl">
          <ac:chgData name="Smitha George" userId="66fd959d07e4c7e3" providerId="LiveId" clId="{0E75A981-D7C6-4915-8474-3A75DF26DA86}" dt="2025-11-09T02:56:48.835" v="1129" actId="164"/>
          <ac:spMkLst>
            <pc:docMk/>
            <pc:sldMk cId="1452469688" sldId="260"/>
            <ac:spMk id="32" creationId="{E9A11D90-61E2-732E-0743-D3130D323C61}"/>
          </ac:spMkLst>
        </pc:spChg>
        <pc:spChg chg="add del mod topLvl">
          <ac:chgData name="Smitha George" userId="66fd959d07e4c7e3" providerId="LiveId" clId="{0E75A981-D7C6-4915-8474-3A75DF26DA86}" dt="2025-11-09T02:50:51.594" v="996" actId="478"/>
          <ac:spMkLst>
            <pc:docMk/>
            <pc:sldMk cId="1452469688" sldId="260"/>
            <ac:spMk id="34" creationId="{C44FBB5B-410E-D06F-B3B7-2322A3C7B3EA}"/>
          </ac:spMkLst>
        </pc:spChg>
        <pc:spChg chg="add del mod topLvl">
          <ac:chgData name="Smitha George" userId="66fd959d07e4c7e3" providerId="LiveId" clId="{0E75A981-D7C6-4915-8474-3A75DF26DA86}" dt="2025-11-09T02:50:56.221" v="998" actId="478"/>
          <ac:spMkLst>
            <pc:docMk/>
            <pc:sldMk cId="1452469688" sldId="260"/>
            <ac:spMk id="36" creationId="{A36C2220-D8DE-9BD4-7641-B732A36B8641}"/>
          </ac:spMkLst>
        </pc:spChg>
        <pc:spChg chg="add mod">
          <ac:chgData name="Smitha George" userId="66fd959d07e4c7e3" providerId="LiveId" clId="{0E75A981-D7C6-4915-8474-3A75DF26DA86}" dt="2025-10-23T11:20:22.597" v="651"/>
          <ac:spMkLst>
            <pc:docMk/>
            <pc:sldMk cId="1452469688" sldId="260"/>
            <ac:spMk id="38" creationId="{F17F903D-9E29-5A96-F143-DA577E890064}"/>
          </ac:spMkLst>
        </pc:spChg>
        <pc:grpChg chg="add del mod">
          <ac:chgData name="Smitha George" userId="66fd959d07e4c7e3" providerId="LiveId" clId="{0E75A981-D7C6-4915-8474-3A75DF26DA86}" dt="2025-11-09T02:54:28.937" v="1036" actId="165"/>
          <ac:grpSpMkLst>
            <pc:docMk/>
            <pc:sldMk cId="1452469688" sldId="260"/>
            <ac:grpSpMk id="3" creationId="{DA8BC41F-BA58-5D21-BC30-ADE8F049A550}"/>
          </ac:grpSpMkLst>
        </pc:grpChg>
        <pc:grpChg chg="add mod">
          <ac:chgData name="Smitha George" userId="66fd959d07e4c7e3" providerId="LiveId" clId="{0E75A981-D7C6-4915-8474-3A75DF26DA86}" dt="2025-11-09T02:52:05.346" v="1011" actId="1076"/>
          <ac:grpSpMkLst>
            <pc:docMk/>
            <pc:sldMk cId="1452469688" sldId="260"/>
            <ac:grpSpMk id="19" creationId="{9271A262-85DC-180F-B0FB-2E0431B9E767}"/>
          </ac:grpSpMkLst>
        </pc:grpChg>
        <pc:grpChg chg="add mod">
          <ac:chgData name="Smitha George" userId="66fd959d07e4c7e3" providerId="LiveId" clId="{0E75A981-D7C6-4915-8474-3A75DF26DA86}" dt="2025-11-09T02:54:05.081" v="1032" actId="164"/>
          <ac:grpSpMkLst>
            <pc:docMk/>
            <pc:sldMk cId="1452469688" sldId="260"/>
            <ac:grpSpMk id="21" creationId="{A460F3D8-6774-A6C9-A175-C00C8E7EB591}"/>
          </ac:grpSpMkLst>
        </pc:grpChg>
        <pc:grpChg chg="mod">
          <ac:chgData name="Smitha George" userId="66fd959d07e4c7e3" providerId="LiveId" clId="{0E75A981-D7C6-4915-8474-3A75DF26DA86}" dt="2025-11-09T02:57:03.032" v="1132" actId="1076"/>
          <ac:grpSpMkLst>
            <pc:docMk/>
            <pc:sldMk cId="1452469688" sldId="260"/>
            <ac:grpSpMk id="22" creationId="{C48A2BFE-CF2B-73D2-C650-A2AB090057B2}"/>
          </ac:grpSpMkLst>
        </pc:grpChg>
        <pc:picChg chg="add mod ord topLvl modCrop">
          <ac:chgData name="Smitha George" userId="66fd959d07e4c7e3" providerId="LiveId" clId="{0E75A981-D7C6-4915-8474-3A75DF26DA86}" dt="2025-11-09T02:56:48.835" v="1129" actId="164"/>
          <ac:picMkLst>
            <pc:docMk/>
            <pc:sldMk cId="1452469688" sldId="260"/>
            <ac:picMk id="5" creationId="{0F569177-73E6-B796-733D-83BCDE36472D}"/>
          </ac:picMkLst>
        </pc:picChg>
        <pc:picChg chg="add mod modCrop">
          <ac:chgData name="Smitha George" userId="66fd959d07e4c7e3" providerId="LiveId" clId="{0E75A981-D7C6-4915-8474-3A75DF26DA86}" dt="2025-11-09T02:54:05.081" v="1032" actId="164"/>
          <ac:picMkLst>
            <pc:docMk/>
            <pc:sldMk cId="1452469688" sldId="260"/>
            <ac:picMk id="6" creationId="{17D53F2B-9D63-190C-BBD6-93BF5B727409}"/>
          </ac:picMkLst>
        </pc:picChg>
        <pc:picChg chg="add mod ord">
          <ac:chgData name="Smitha George" userId="66fd959d07e4c7e3" providerId="LiveId" clId="{0E75A981-D7C6-4915-8474-3A75DF26DA86}" dt="2025-11-09T02:56:42.799" v="1128" actId="1076"/>
          <ac:picMkLst>
            <pc:docMk/>
            <pc:sldMk cId="1452469688" sldId="260"/>
            <ac:picMk id="8" creationId="{92603970-855F-16B1-F647-55493A665A60}"/>
          </ac:picMkLst>
        </pc:picChg>
        <pc:picChg chg="add del mod topLvl">
          <ac:chgData name="Smitha George" userId="66fd959d07e4c7e3" providerId="LiveId" clId="{0E75A981-D7C6-4915-8474-3A75DF26DA86}" dt="2025-11-09T02:50:53.550" v="997" actId="478"/>
          <ac:picMkLst>
            <pc:docMk/>
            <pc:sldMk cId="1452469688" sldId="260"/>
            <ac:picMk id="9" creationId="{001F9668-A6F6-6CCC-5643-190C624CA2F2}"/>
          </ac:picMkLst>
        </pc:picChg>
      </pc:sldChg>
      <pc:sldChg chg="addSp delSp modSp add mod">
        <pc:chgData name="Smitha George" userId="66fd959d07e4c7e3" providerId="LiveId" clId="{0E75A981-D7C6-4915-8474-3A75DF26DA86}" dt="2025-10-23T11:20:25.199" v="652"/>
        <pc:sldMkLst>
          <pc:docMk/>
          <pc:sldMk cId="911544535" sldId="261"/>
        </pc:sldMkLst>
        <pc:spChg chg="mod">
          <ac:chgData name="Smitha George" userId="66fd959d07e4c7e3" providerId="LiveId" clId="{0E75A981-D7C6-4915-8474-3A75DF26DA86}" dt="2025-10-23T09:48:22.258" v="115" actId="2711"/>
          <ac:spMkLst>
            <pc:docMk/>
            <pc:sldMk cId="911544535" sldId="261"/>
            <ac:spMk id="2" creationId="{DE987990-A465-3AE3-59B1-0376075FE013}"/>
          </ac:spMkLst>
        </pc:spChg>
        <pc:spChg chg="mod">
          <ac:chgData name="Smitha George" userId="66fd959d07e4c7e3" providerId="LiveId" clId="{0E75A981-D7C6-4915-8474-3A75DF26DA86}" dt="2025-10-23T09:48:26.567" v="117" actId="207"/>
          <ac:spMkLst>
            <pc:docMk/>
            <pc:sldMk cId="911544535" sldId="261"/>
            <ac:spMk id="4" creationId="{A43F6642-83DE-7BC5-5674-F43B8C61823F}"/>
          </ac:spMkLst>
        </pc:spChg>
        <pc:spChg chg="add del mod ord">
          <ac:chgData name="Smitha George" userId="66fd959d07e4c7e3" providerId="LiveId" clId="{0E75A981-D7C6-4915-8474-3A75DF26DA86}" dt="2025-10-23T09:56:28.520" v="171" actId="1076"/>
          <ac:spMkLst>
            <pc:docMk/>
            <pc:sldMk cId="911544535" sldId="261"/>
            <ac:spMk id="15" creationId="{91D07FBC-0F0E-9A2C-F92C-2F4AD5E0BDE5}"/>
          </ac:spMkLst>
        </pc:spChg>
        <pc:spChg chg="add mod">
          <ac:chgData name="Smitha George" userId="66fd959d07e4c7e3" providerId="LiveId" clId="{0E75A981-D7C6-4915-8474-3A75DF26DA86}" dt="2025-10-23T09:53:31.036" v="139" actId="1076"/>
          <ac:spMkLst>
            <pc:docMk/>
            <pc:sldMk cId="911544535" sldId="261"/>
            <ac:spMk id="18" creationId="{166CDF6B-1861-60CD-A567-6145C861F7D1}"/>
          </ac:spMkLst>
        </pc:spChg>
        <pc:spChg chg="add mod ord">
          <ac:chgData name="Smitha George" userId="66fd959d07e4c7e3" providerId="LiveId" clId="{0E75A981-D7C6-4915-8474-3A75DF26DA86}" dt="2025-10-23T09:57:49.107" v="182" actId="164"/>
          <ac:spMkLst>
            <pc:docMk/>
            <pc:sldMk cId="911544535" sldId="261"/>
            <ac:spMk id="19" creationId="{03F18FF8-A07A-62D2-4EE3-C3E0890F84FB}"/>
          </ac:spMkLst>
        </pc:spChg>
        <pc:spChg chg="add mod">
          <ac:chgData name="Smitha George" userId="66fd959d07e4c7e3" providerId="LiveId" clId="{0E75A981-D7C6-4915-8474-3A75DF26DA86}" dt="2025-10-23T09:57:49.107" v="182" actId="164"/>
          <ac:spMkLst>
            <pc:docMk/>
            <pc:sldMk cId="911544535" sldId="261"/>
            <ac:spMk id="20" creationId="{6BC59701-5F4C-2454-2747-8F73665407A8}"/>
          </ac:spMkLst>
        </pc:spChg>
        <pc:spChg chg="add mod">
          <ac:chgData name="Smitha George" userId="66fd959d07e4c7e3" providerId="LiveId" clId="{0E75A981-D7C6-4915-8474-3A75DF26DA86}" dt="2025-10-23T09:57:52.305" v="183" actId="164"/>
          <ac:spMkLst>
            <pc:docMk/>
            <pc:sldMk cId="911544535" sldId="261"/>
            <ac:spMk id="21" creationId="{03276CCE-5A0A-315D-B4CA-BE9F0BED9FA1}"/>
          </ac:spMkLst>
        </pc:spChg>
        <pc:spChg chg="add mod">
          <ac:chgData name="Smitha George" userId="66fd959d07e4c7e3" providerId="LiveId" clId="{0E75A981-D7C6-4915-8474-3A75DF26DA86}" dt="2025-10-23T09:57:52.305" v="183" actId="164"/>
          <ac:spMkLst>
            <pc:docMk/>
            <pc:sldMk cId="911544535" sldId="261"/>
            <ac:spMk id="22" creationId="{8AF977A5-61D7-3454-91DC-0C17D773818D}"/>
          </ac:spMkLst>
        </pc:spChg>
        <pc:spChg chg="add mod">
          <ac:chgData name="Smitha George" userId="66fd959d07e4c7e3" providerId="LiveId" clId="{0E75A981-D7C6-4915-8474-3A75DF26DA86}" dt="2025-10-23T09:57:52.305" v="183" actId="164"/>
          <ac:spMkLst>
            <pc:docMk/>
            <pc:sldMk cId="911544535" sldId="261"/>
            <ac:spMk id="23" creationId="{9A3BB93B-EA7A-CBEB-A944-FB5A983D6728}"/>
          </ac:spMkLst>
        </pc:spChg>
        <pc:spChg chg="add mod">
          <ac:chgData name="Smitha George" userId="66fd959d07e4c7e3" providerId="LiveId" clId="{0E75A981-D7C6-4915-8474-3A75DF26DA86}" dt="2025-10-23T09:57:49.107" v="182" actId="164"/>
          <ac:spMkLst>
            <pc:docMk/>
            <pc:sldMk cId="911544535" sldId="261"/>
            <ac:spMk id="31" creationId="{DFE3CF64-CB9A-A65A-B080-2EAE80F8E8B9}"/>
          </ac:spMkLst>
        </pc:spChg>
        <pc:spChg chg="add mod">
          <ac:chgData name="Smitha George" userId="66fd959d07e4c7e3" providerId="LiveId" clId="{0E75A981-D7C6-4915-8474-3A75DF26DA86}" dt="2025-10-23T09:58:06.387" v="205" actId="1076"/>
          <ac:spMkLst>
            <pc:docMk/>
            <pc:sldMk cId="911544535" sldId="261"/>
            <ac:spMk id="35" creationId="{F0C41865-6B91-235A-2A49-8881166F53EF}"/>
          </ac:spMkLst>
        </pc:spChg>
        <pc:spChg chg="add mod">
          <ac:chgData name="Smitha George" userId="66fd959d07e4c7e3" providerId="LiveId" clId="{0E75A981-D7C6-4915-8474-3A75DF26DA86}" dt="2025-10-23T11:20:25.199" v="652"/>
          <ac:spMkLst>
            <pc:docMk/>
            <pc:sldMk cId="911544535" sldId="261"/>
            <ac:spMk id="40" creationId="{DD94D099-4272-CBEF-7E49-586C3BAEFA6A}"/>
          </ac:spMkLst>
        </pc:spChg>
        <pc:grpChg chg="add mod">
          <ac:chgData name="Smitha George" userId="66fd959d07e4c7e3" providerId="LiveId" clId="{0E75A981-D7C6-4915-8474-3A75DF26DA86}" dt="2025-10-23T09:57:59.264" v="204" actId="1035"/>
          <ac:grpSpMkLst>
            <pc:docMk/>
            <pc:sldMk cId="911544535" sldId="261"/>
            <ac:grpSpMk id="38" creationId="{9FE37CBB-2F02-482F-0C21-72BAF3C64D76}"/>
          </ac:grpSpMkLst>
        </pc:grpChg>
        <pc:grpChg chg="add mod">
          <ac:chgData name="Smitha George" userId="66fd959d07e4c7e3" providerId="LiveId" clId="{0E75A981-D7C6-4915-8474-3A75DF26DA86}" dt="2025-10-23T09:57:59.264" v="204" actId="1035"/>
          <ac:grpSpMkLst>
            <pc:docMk/>
            <pc:sldMk cId="911544535" sldId="261"/>
            <ac:grpSpMk id="39" creationId="{62FAEBFE-CA82-D247-7FB2-D556F7099A1E}"/>
          </ac:grpSpMkLst>
        </pc:grpChg>
      </pc:sldChg>
      <pc:sldChg chg="addSp delSp modSp add mod">
        <pc:chgData name="Smitha George" userId="66fd959d07e4c7e3" providerId="LiveId" clId="{0E75A981-D7C6-4915-8474-3A75DF26DA86}" dt="2025-11-09T03:56:38.882" v="1173" actId="1076"/>
        <pc:sldMkLst>
          <pc:docMk/>
          <pc:sldMk cId="262345063" sldId="262"/>
        </pc:sldMkLst>
        <pc:spChg chg="mod">
          <ac:chgData name="Smitha George" userId="66fd959d07e4c7e3" providerId="LiveId" clId="{0E75A981-D7C6-4915-8474-3A75DF26DA86}" dt="2025-10-23T10:01:16.447" v="234"/>
          <ac:spMkLst>
            <pc:docMk/>
            <pc:sldMk cId="262345063" sldId="262"/>
            <ac:spMk id="2" creationId="{EAC8C75C-FA10-7704-CA05-ABCFC2733239}"/>
          </ac:spMkLst>
        </pc:spChg>
        <pc:spChg chg="add mod">
          <ac:chgData name="Smitha George" userId="66fd959d07e4c7e3" providerId="LiveId" clId="{0E75A981-D7C6-4915-8474-3A75DF26DA86}" dt="2025-10-23T10:09:34.610" v="326" actId="14100"/>
          <ac:spMkLst>
            <pc:docMk/>
            <pc:sldMk cId="262345063" sldId="262"/>
            <ac:spMk id="3" creationId="{0E3295DB-DAAC-BB44-6E07-213E5CB1A91D}"/>
          </ac:spMkLst>
        </pc:spChg>
        <pc:spChg chg="mod">
          <ac:chgData name="Smitha George" userId="66fd959d07e4c7e3" providerId="LiveId" clId="{0E75A981-D7C6-4915-8474-3A75DF26DA86}" dt="2025-10-23T10:01:23.938" v="235"/>
          <ac:spMkLst>
            <pc:docMk/>
            <pc:sldMk cId="262345063" sldId="262"/>
            <ac:spMk id="4" creationId="{6B1474C4-354C-47FA-38A9-B35E8F97ED33}"/>
          </ac:spMkLst>
        </pc:spChg>
        <pc:spChg chg="add mod topLvl">
          <ac:chgData name="Smitha George" userId="66fd959d07e4c7e3" providerId="LiveId" clId="{0E75A981-D7C6-4915-8474-3A75DF26DA86}" dt="2025-10-23T10:09:27.356" v="324" actId="164"/>
          <ac:spMkLst>
            <pc:docMk/>
            <pc:sldMk cId="262345063" sldId="262"/>
            <ac:spMk id="6" creationId="{F509FF4E-0DCD-5F26-B0D7-6700D438613F}"/>
          </ac:spMkLst>
        </pc:spChg>
        <pc:spChg chg="add mod topLvl">
          <ac:chgData name="Smitha George" userId="66fd959d07e4c7e3" providerId="LiveId" clId="{0E75A981-D7C6-4915-8474-3A75DF26DA86}" dt="2025-10-23T10:09:27.356" v="324" actId="164"/>
          <ac:spMkLst>
            <pc:docMk/>
            <pc:sldMk cId="262345063" sldId="262"/>
            <ac:spMk id="7" creationId="{9E03CF95-7647-F141-9F43-7AFD2C0D7A65}"/>
          </ac:spMkLst>
        </pc:spChg>
        <pc:spChg chg="mod">
          <ac:chgData name="Smitha George" userId="66fd959d07e4c7e3" providerId="LiveId" clId="{0E75A981-D7C6-4915-8474-3A75DF26DA86}" dt="2025-10-23T10:09:47.289" v="330" actId="1076"/>
          <ac:spMkLst>
            <pc:docMk/>
            <pc:sldMk cId="262345063" sldId="262"/>
            <ac:spMk id="15" creationId="{BA439735-43AF-0EFE-34AC-8A1B9BE3CE02}"/>
          </ac:spMkLst>
        </pc:spChg>
        <pc:spChg chg="mod">
          <ac:chgData name="Smitha George" userId="66fd959d07e4c7e3" providerId="LiveId" clId="{0E75A981-D7C6-4915-8474-3A75DF26DA86}" dt="2025-11-09T02:57:53.620" v="1170"/>
          <ac:spMkLst>
            <pc:docMk/>
            <pc:sldMk cId="262345063" sldId="262"/>
            <ac:spMk id="18" creationId="{2F298A6A-9B2C-3E6C-7C5E-7C321E3044B0}"/>
          </ac:spMkLst>
        </pc:spChg>
        <pc:spChg chg="add mod">
          <ac:chgData name="Smitha George" userId="66fd959d07e4c7e3" providerId="LiveId" clId="{0E75A981-D7C6-4915-8474-3A75DF26DA86}" dt="2025-10-23T11:20:26.913" v="653"/>
          <ac:spMkLst>
            <pc:docMk/>
            <pc:sldMk cId="262345063" sldId="262"/>
            <ac:spMk id="27" creationId="{A32019C7-9F36-C1EF-D079-B312AAFD006F}"/>
          </ac:spMkLst>
        </pc:spChg>
        <pc:grpChg chg="add mod">
          <ac:chgData name="Smitha George" userId="66fd959d07e4c7e3" providerId="LiveId" clId="{0E75A981-D7C6-4915-8474-3A75DF26DA86}" dt="2025-10-23T10:09:31.371" v="325" actId="1076"/>
          <ac:grpSpMkLst>
            <pc:docMk/>
            <pc:sldMk cId="262345063" sldId="262"/>
            <ac:grpSpMk id="25" creationId="{562E5F84-3374-C76B-A465-440C7A548C51}"/>
          </ac:grpSpMkLst>
        </pc:grpChg>
        <pc:picChg chg="add mod topLvl">
          <ac:chgData name="Smitha George" userId="66fd959d07e4c7e3" providerId="LiveId" clId="{0E75A981-D7C6-4915-8474-3A75DF26DA86}" dt="2025-10-23T10:09:27.356" v="324" actId="164"/>
          <ac:picMkLst>
            <pc:docMk/>
            <pc:sldMk cId="262345063" sldId="262"/>
            <ac:picMk id="5" creationId="{97537235-5661-31F1-3919-32A8BB3F1A6D}"/>
          </ac:picMkLst>
        </pc:picChg>
        <pc:picChg chg="add mod">
          <ac:chgData name="Smitha George" userId="66fd959d07e4c7e3" providerId="LiveId" clId="{0E75A981-D7C6-4915-8474-3A75DF26DA86}" dt="2025-11-09T03:56:38.882" v="1173" actId="1076"/>
          <ac:picMkLst>
            <pc:docMk/>
            <pc:sldMk cId="262345063" sldId="262"/>
            <ac:picMk id="9" creationId="{6606DD9B-E99B-2E15-17DD-E957F2ADBB5B}"/>
          </ac:picMkLst>
        </pc:picChg>
        <pc:picChg chg="del">
          <ac:chgData name="Smitha George" userId="66fd959d07e4c7e3" providerId="LiveId" clId="{0E75A981-D7C6-4915-8474-3A75DF26DA86}" dt="2025-11-09T02:57:22.691" v="1133" actId="478"/>
          <ac:picMkLst>
            <pc:docMk/>
            <pc:sldMk cId="262345063" sldId="262"/>
            <ac:picMk id="11" creationId="{F2CC679F-B540-A3F5-2211-D5A158A46F76}"/>
          </ac:picMkLst>
        </pc:picChg>
      </pc:sldChg>
      <pc:sldChg chg="addSp delSp modSp add mod">
        <pc:chgData name="Smitha George" userId="66fd959d07e4c7e3" providerId="LiveId" clId="{0E75A981-D7C6-4915-8474-3A75DF26DA86}" dt="2025-10-23T11:20:28.999" v="654"/>
        <pc:sldMkLst>
          <pc:docMk/>
          <pc:sldMk cId="2263251125" sldId="263"/>
        </pc:sldMkLst>
        <pc:spChg chg="mod">
          <ac:chgData name="Smitha George" userId="66fd959d07e4c7e3" providerId="LiveId" clId="{0E75A981-D7C6-4915-8474-3A75DF26DA86}" dt="2025-10-23T10:10:25.686" v="350"/>
          <ac:spMkLst>
            <pc:docMk/>
            <pc:sldMk cId="2263251125" sldId="263"/>
            <ac:spMk id="2" creationId="{0F0F6D55-1EBA-973D-3E24-2319579BC11D}"/>
          </ac:spMkLst>
        </pc:spChg>
        <pc:spChg chg="mod">
          <ac:chgData name="Smitha George" userId="66fd959d07e4c7e3" providerId="LiveId" clId="{0E75A981-D7C6-4915-8474-3A75DF26DA86}" dt="2025-10-23T10:42:19.472" v="525" actId="14100"/>
          <ac:spMkLst>
            <pc:docMk/>
            <pc:sldMk cId="2263251125" sldId="263"/>
            <ac:spMk id="4" creationId="{97A89E1E-6507-F67A-DE67-A1F6FC7047B7}"/>
          </ac:spMkLst>
        </pc:spChg>
        <pc:spChg chg="add mod">
          <ac:chgData name="Smitha George" userId="66fd959d07e4c7e3" providerId="LiveId" clId="{0E75A981-D7C6-4915-8474-3A75DF26DA86}" dt="2025-10-23T10:42:29.049" v="527" actId="164"/>
          <ac:spMkLst>
            <pc:docMk/>
            <pc:sldMk cId="2263251125" sldId="263"/>
            <ac:spMk id="11" creationId="{A47AAD31-CE59-84DB-ED33-A1484DC7AA3D}"/>
          </ac:spMkLst>
        </pc:spChg>
        <pc:spChg chg="add mod">
          <ac:chgData name="Smitha George" userId="66fd959d07e4c7e3" providerId="LiveId" clId="{0E75A981-D7C6-4915-8474-3A75DF26DA86}" dt="2025-10-23T10:42:29.049" v="527" actId="164"/>
          <ac:spMkLst>
            <pc:docMk/>
            <pc:sldMk cId="2263251125" sldId="263"/>
            <ac:spMk id="14" creationId="{F9241474-478D-6B6B-8210-60818CE9BD28}"/>
          </ac:spMkLst>
        </pc:spChg>
        <pc:spChg chg="mod">
          <ac:chgData name="Smitha George" userId="66fd959d07e4c7e3" providerId="LiveId" clId="{0E75A981-D7C6-4915-8474-3A75DF26DA86}" dt="2025-10-23T10:40:02.475" v="423" actId="1076"/>
          <ac:spMkLst>
            <pc:docMk/>
            <pc:sldMk cId="2263251125" sldId="263"/>
            <ac:spMk id="15" creationId="{B3323C4D-5B4B-ECE0-18D4-91157D516EE3}"/>
          </ac:spMkLst>
        </pc:spChg>
        <pc:spChg chg="add mod">
          <ac:chgData name="Smitha George" userId="66fd959d07e4c7e3" providerId="LiveId" clId="{0E75A981-D7C6-4915-8474-3A75DF26DA86}" dt="2025-10-23T10:42:41.492" v="528" actId="164"/>
          <ac:spMkLst>
            <pc:docMk/>
            <pc:sldMk cId="2263251125" sldId="263"/>
            <ac:spMk id="20" creationId="{9D0277F5-D8E8-F60E-0082-0BAD6ADA82E5}"/>
          </ac:spMkLst>
        </pc:spChg>
        <pc:spChg chg="add mod">
          <ac:chgData name="Smitha George" userId="66fd959d07e4c7e3" providerId="LiveId" clId="{0E75A981-D7C6-4915-8474-3A75DF26DA86}" dt="2025-10-23T10:42:41.492" v="528" actId="164"/>
          <ac:spMkLst>
            <pc:docMk/>
            <pc:sldMk cId="2263251125" sldId="263"/>
            <ac:spMk id="22" creationId="{0F3DD68E-FF72-9206-3EBC-AF2214D333D0}"/>
          </ac:spMkLst>
        </pc:spChg>
        <pc:spChg chg="add mod">
          <ac:chgData name="Smitha George" userId="66fd959d07e4c7e3" providerId="LiveId" clId="{0E75A981-D7C6-4915-8474-3A75DF26DA86}" dt="2025-10-23T10:42:23.638" v="526" actId="164"/>
          <ac:spMkLst>
            <pc:docMk/>
            <pc:sldMk cId="2263251125" sldId="263"/>
            <ac:spMk id="27" creationId="{7994605A-4E97-F44D-A7A1-E4DD2355096F}"/>
          </ac:spMkLst>
        </pc:spChg>
        <pc:spChg chg="add mod">
          <ac:chgData name="Smitha George" userId="66fd959d07e4c7e3" providerId="LiveId" clId="{0E75A981-D7C6-4915-8474-3A75DF26DA86}" dt="2025-10-23T10:42:23.638" v="526" actId="164"/>
          <ac:spMkLst>
            <pc:docMk/>
            <pc:sldMk cId="2263251125" sldId="263"/>
            <ac:spMk id="28" creationId="{30323DA3-532B-B6B4-994A-5974B736D078}"/>
          </ac:spMkLst>
        </pc:spChg>
        <pc:spChg chg="add mod">
          <ac:chgData name="Smitha George" userId="66fd959d07e4c7e3" providerId="LiveId" clId="{0E75A981-D7C6-4915-8474-3A75DF26DA86}" dt="2025-10-23T11:20:28.999" v="654"/>
          <ac:spMkLst>
            <pc:docMk/>
            <pc:sldMk cId="2263251125" sldId="263"/>
            <ac:spMk id="32" creationId="{8E511536-3C5E-281C-B33F-444FBB4A5488}"/>
          </ac:spMkLst>
        </pc:spChg>
        <pc:grpChg chg="add mod">
          <ac:chgData name="Smitha George" userId="66fd959d07e4c7e3" providerId="LiveId" clId="{0E75A981-D7C6-4915-8474-3A75DF26DA86}" dt="2025-10-23T10:42:23.638" v="526" actId="164"/>
          <ac:grpSpMkLst>
            <pc:docMk/>
            <pc:sldMk cId="2263251125" sldId="263"/>
            <ac:grpSpMk id="29" creationId="{7CEA9C10-5590-1DB7-0C07-F2A72781CE48}"/>
          </ac:grpSpMkLst>
        </pc:grpChg>
        <pc:grpChg chg="add mod">
          <ac:chgData name="Smitha George" userId="66fd959d07e4c7e3" providerId="LiveId" clId="{0E75A981-D7C6-4915-8474-3A75DF26DA86}" dt="2025-10-23T10:42:29.049" v="527" actId="164"/>
          <ac:grpSpMkLst>
            <pc:docMk/>
            <pc:sldMk cId="2263251125" sldId="263"/>
            <ac:grpSpMk id="30" creationId="{8E107DFB-56D4-FA84-4213-4D4241CBE474}"/>
          </ac:grpSpMkLst>
        </pc:grpChg>
        <pc:grpChg chg="add mod">
          <ac:chgData name="Smitha George" userId="66fd959d07e4c7e3" providerId="LiveId" clId="{0E75A981-D7C6-4915-8474-3A75DF26DA86}" dt="2025-10-23T10:42:41.492" v="528" actId="164"/>
          <ac:grpSpMkLst>
            <pc:docMk/>
            <pc:sldMk cId="2263251125" sldId="263"/>
            <ac:grpSpMk id="31" creationId="{53E22ED2-7603-73B5-2FF4-B4D60C8B816B}"/>
          </ac:grpSpMkLst>
        </pc:grpChg>
        <pc:picChg chg="add mod">
          <ac:chgData name="Smitha George" userId="66fd959d07e4c7e3" providerId="LiveId" clId="{0E75A981-D7C6-4915-8474-3A75DF26DA86}" dt="2025-10-23T10:42:29.049" v="527" actId="164"/>
          <ac:picMkLst>
            <pc:docMk/>
            <pc:sldMk cId="2263251125" sldId="263"/>
            <ac:picMk id="8" creationId="{E7BAB09B-1763-0D9E-A40B-CF7BA7A68E45}"/>
          </ac:picMkLst>
        </pc:picChg>
        <pc:picChg chg="add mod">
          <ac:chgData name="Smitha George" userId="66fd959d07e4c7e3" providerId="LiveId" clId="{0E75A981-D7C6-4915-8474-3A75DF26DA86}" dt="2025-10-23T10:42:41.492" v="528" actId="164"/>
          <ac:picMkLst>
            <pc:docMk/>
            <pc:sldMk cId="2263251125" sldId="263"/>
            <ac:picMk id="16" creationId="{88B75B0E-555F-792B-FDE2-1DD00BD7D7E5}"/>
          </ac:picMkLst>
        </pc:picChg>
        <pc:picChg chg="add mod">
          <ac:chgData name="Smitha George" userId="66fd959d07e4c7e3" providerId="LiveId" clId="{0E75A981-D7C6-4915-8474-3A75DF26DA86}" dt="2025-10-23T10:42:23.638" v="526" actId="164"/>
          <ac:picMkLst>
            <pc:docMk/>
            <pc:sldMk cId="2263251125" sldId="263"/>
            <ac:picMk id="23" creationId="{DE6A6AE4-0FBF-A62D-98EE-089984583348}"/>
          </ac:picMkLst>
        </pc:picChg>
      </pc:sldChg>
      <pc:sldChg chg="addSp modSp add mod">
        <pc:chgData name="Smitha George" userId="66fd959d07e4c7e3" providerId="LiveId" clId="{0E75A981-D7C6-4915-8474-3A75DF26DA86}" dt="2025-10-24T13:18:06.341" v="742" actId="1035"/>
        <pc:sldMkLst>
          <pc:docMk/>
          <pc:sldMk cId="18481147" sldId="264"/>
        </pc:sldMkLst>
        <pc:spChg chg="add mod">
          <ac:chgData name="Smitha George" userId="66fd959d07e4c7e3" providerId="LiveId" clId="{0E75A981-D7C6-4915-8474-3A75DF26DA86}" dt="2025-10-23T11:19:54.609" v="647" actId="208"/>
          <ac:spMkLst>
            <pc:docMk/>
            <pc:sldMk cId="18481147" sldId="264"/>
            <ac:spMk id="2" creationId="{DA8C0294-A30E-4E90-BCA1-2C724EF1E9F2}"/>
          </ac:spMkLst>
        </pc:spChg>
        <pc:spChg chg="mod">
          <ac:chgData name="Smitha George" userId="66fd959d07e4c7e3" providerId="LiveId" clId="{0E75A981-D7C6-4915-8474-3A75DF26DA86}" dt="2025-10-24T13:16:40.944" v="728" actId="1076"/>
          <ac:spMkLst>
            <pc:docMk/>
            <pc:sldMk cId="18481147" sldId="264"/>
            <ac:spMk id="4" creationId="{3C1399B8-6DDC-B1E2-F444-A06416E55B98}"/>
          </ac:spMkLst>
        </pc:spChg>
        <pc:spChg chg="mod">
          <ac:chgData name="Smitha George" userId="66fd959d07e4c7e3" providerId="LiveId" clId="{0E75A981-D7C6-4915-8474-3A75DF26DA86}" dt="2025-10-24T13:18:03.609" v="729" actId="164"/>
          <ac:spMkLst>
            <pc:docMk/>
            <pc:sldMk cId="18481147" sldId="264"/>
            <ac:spMk id="7" creationId="{7D96ECD5-DDB4-00AA-A1BE-5A37D131C705}"/>
          </ac:spMkLst>
        </pc:spChg>
        <pc:spChg chg="mod">
          <ac:chgData name="Smitha George" userId="66fd959d07e4c7e3" providerId="LiveId" clId="{0E75A981-D7C6-4915-8474-3A75DF26DA86}" dt="2025-10-24T13:18:03.609" v="729" actId="164"/>
          <ac:spMkLst>
            <pc:docMk/>
            <pc:sldMk cId="18481147" sldId="264"/>
            <ac:spMk id="8" creationId="{1A406581-3F1E-265D-F0CE-9B5060B85DDD}"/>
          </ac:spMkLst>
        </pc:spChg>
        <pc:spChg chg="mod">
          <ac:chgData name="Smitha George" userId="66fd959d07e4c7e3" providerId="LiveId" clId="{0E75A981-D7C6-4915-8474-3A75DF26DA86}" dt="2025-10-24T13:18:03.609" v="729" actId="164"/>
          <ac:spMkLst>
            <pc:docMk/>
            <pc:sldMk cId="18481147" sldId="264"/>
            <ac:spMk id="10" creationId="{E21D87D3-C286-06E1-F88A-FB6950480C3F}"/>
          </ac:spMkLst>
        </pc:spChg>
        <pc:spChg chg="mod">
          <ac:chgData name="Smitha George" userId="66fd959d07e4c7e3" providerId="LiveId" clId="{0E75A981-D7C6-4915-8474-3A75DF26DA86}" dt="2025-10-24T13:18:03.609" v="729" actId="164"/>
          <ac:spMkLst>
            <pc:docMk/>
            <pc:sldMk cId="18481147" sldId="264"/>
            <ac:spMk id="11" creationId="{F6372D7E-8572-9E73-C75A-B099F73262F2}"/>
          </ac:spMkLst>
        </pc:spChg>
        <pc:spChg chg="mod">
          <ac:chgData name="Smitha George" userId="66fd959d07e4c7e3" providerId="LiveId" clId="{0E75A981-D7C6-4915-8474-3A75DF26DA86}" dt="2025-10-24T13:18:03.609" v="729" actId="164"/>
          <ac:spMkLst>
            <pc:docMk/>
            <pc:sldMk cId="18481147" sldId="264"/>
            <ac:spMk id="13" creationId="{BD775C60-B0D8-7583-3BDA-7F0C6D7F4639}"/>
          </ac:spMkLst>
        </pc:spChg>
        <pc:spChg chg="mod">
          <ac:chgData name="Smitha George" userId="66fd959d07e4c7e3" providerId="LiveId" clId="{0E75A981-D7C6-4915-8474-3A75DF26DA86}" dt="2025-10-24T13:18:03.609" v="729" actId="164"/>
          <ac:spMkLst>
            <pc:docMk/>
            <pc:sldMk cId="18481147" sldId="264"/>
            <ac:spMk id="14" creationId="{9E43262E-357B-820C-B8C0-A872BC6E09C6}"/>
          </ac:spMkLst>
        </pc:spChg>
        <pc:spChg chg="mod">
          <ac:chgData name="Smitha George" userId="66fd959d07e4c7e3" providerId="LiveId" clId="{0E75A981-D7C6-4915-8474-3A75DF26DA86}" dt="2025-10-24T13:16:30.922" v="726" actId="1076"/>
          <ac:spMkLst>
            <pc:docMk/>
            <pc:sldMk cId="18481147" sldId="264"/>
            <ac:spMk id="15" creationId="{B8E899B5-F057-1743-EFCF-A81DB1BF8E15}"/>
          </ac:spMkLst>
        </pc:spChg>
        <pc:grpChg chg="add mod">
          <ac:chgData name="Smitha George" userId="66fd959d07e4c7e3" providerId="LiveId" clId="{0E75A981-D7C6-4915-8474-3A75DF26DA86}" dt="2025-10-24T13:18:06.341" v="742" actId="1035"/>
          <ac:grpSpMkLst>
            <pc:docMk/>
            <pc:sldMk cId="18481147" sldId="264"/>
            <ac:grpSpMk id="3" creationId="{CABC97C9-20F6-EC2D-E9BF-8C237192ADC8}"/>
          </ac:grpSpMkLst>
        </pc:grpChg>
        <pc:picChg chg="mod">
          <ac:chgData name="Smitha George" userId="66fd959d07e4c7e3" providerId="LiveId" clId="{0E75A981-D7C6-4915-8474-3A75DF26DA86}" dt="2025-10-24T13:18:03.609" v="729" actId="164"/>
          <ac:picMkLst>
            <pc:docMk/>
            <pc:sldMk cId="18481147" sldId="264"/>
            <ac:picMk id="6" creationId="{34059647-DC73-2F44-439E-F88AADAA274C}"/>
          </ac:picMkLst>
        </pc:picChg>
        <pc:picChg chg="mod">
          <ac:chgData name="Smitha George" userId="66fd959d07e4c7e3" providerId="LiveId" clId="{0E75A981-D7C6-4915-8474-3A75DF26DA86}" dt="2025-10-24T13:18:03.609" v="729" actId="164"/>
          <ac:picMkLst>
            <pc:docMk/>
            <pc:sldMk cId="18481147" sldId="264"/>
            <ac:picMk id="9" creationId="{D6614067-AA4E-594D-110B-9BCC26BDF198}"/>
          </ac:picMkLst>
        </pc:picChg>
        <pc:picChg chg="mod">
          <ac:chgData name="Smitha George" userId="66fd959d07e4c7e3" providerId="LiveId" clId="{0E75A981-D7C6-4915-8474-3A75DF26DA86}" dt="2025-10-24T13:18:03.609" v="729" actId="164"/>
          <ac:picMkLst>
            <pc:docMk/>
            <pc:sldMk cId="18481147" sldId="264"/>
            <ac:picMk id="12" creationId="{B4AA640D-E0B6-1EE3-D3EA-EEA61461ADF9}"/>
          </ac:picMkLst>
        </pc:picChg>
      </pc:sldChg>
      <pc:sldChg chg="addSp delSp modSp add mod">
        <pc:chgData name="Smitha George" userId="66fd959d07e4c7e3" providerId="LiveId" clId="{0E75A981-D7C6-4915-8474-3A75DF26DA86}" dt="2025-11-09T04:04:21.657" v="1234" actId="20577"/>
        <pc:sldMkLst>
          <pc:docMk/>
          <pc:sldMk cId="3915646136" sldId="265"/>
        </pc:sldMkLst>
        <pc:spChg chg="mod">
          <ac:chgData name="Smitha George" userId="66fd959d07e4c7e3" providerId="LiveId" clId="{0E75A981-D7C6-4915-8474-3A75DF26DA86}" dt="2025-11-09T04:03:41.761" v="1214" actId="20577"/>
          <ac:spMkLst>
            <pc:docMk/>
            <pc:sldMk cId="3915646136" sldId="265"/>
            <ac:spMk id="2" creationId="{82EB8BE3-95D8-6FE9-2C1B-69F6D6F833B4}"/>
          </ac:spMkLst>
        </pc:spChg>
        <pc:spChg chg="mod">
          <ac:chgData name="Smitha George" userId="66fd959d07e4c7e3" providerId="LiveId" clId="{0E75A981-D7C6-4915-8474-3A75DF26DA86}" dt="2025-11-09T04:03:12.440" v="1183" actId="20577"/>
          <ac:spMkLst>
            <pc:docMk/>
            <pc:sldMk cId="3915646136" sldId="265"/>
            <ac:spMk id="4" creationId="{2696125B-E0BD-9A8E-0F6D-D107AD4B7504}"/>
          </ac:spMkLst>
        </pc:spChg>
        <pc:spChg chg="mod">
          <ac:chgData name="Smitha George" userId="66fd959d07e4c7e3" providerId="LiveId" clId="{0E75A981-D7C6-4915-8474-3A75DF26DA86}" dt="2025-11-09T04:04:21.657" v="1234" actId="20577"/>
          <ac:spMkLst>
            <pc:docMk/>
            <pc:sldMk cId="3915646136" sldId="265"/>
            <ac:spMk id="18" creationId="{BAA945A1-D0DD-DE79-59F4-6112F8D738F3}"/>
          </ac:spMkLst>
        </pc:spChg>
        <pc:grpChg chg="del">
          <ac:chgData name="Smitha George" userId="66fd959d07e4c7e3" providerId="LiveId" clId="{0E75A981-D7C6-4915-8474-3A75DF26DA86}" dt="2025-11-09T04:03:28.456" v="1207" actId="478"/>
          <ac:grpSpMkLst>
            <pc:docMk/>
            <pc:sldMk cId="3915646136" sldId="265"/>
            <ac:grpSpMk id="25" creationId="{C1F7A4F1-C1F3-D014-5AD9-79A272A43090}"/>
          </ac:grpSpMkLst>
        </pc:grpChg>
        <pc:picChg chg="del">
          <ac:chgData name="Smitha George" userId="66fd959d07e4c7e3" providerId="LiveId" clId="{0E75A981-D7C6-4915-8474-3A75DF26DA86}" dt="2025-11-09T04:03:25.951" v="1206" actId="478"/>
          <ac:picMkLst>
            <pc:docMk/>
            <pc:sldMk cId="3915646136" sldId="265"/>
            <ac:picMk id="9" creationId="{D3B9DBD9-B311-3E81-8C5E-DB1EE602B534}"/>
          </ac:picMkLst>
        </pc:picChg>
        <pc:picChg chg="add mod">
          <ac:chgData name="Smitha George" userId="66fd959d07e4c7e3" providerId="LiveId" clId="{0E75A981-D7C6-4915-8474-3A75DF26DA86}" dt="2025-11-09T04:03:37.565" v="1211" actId="1076"/>
          <ac:picMkLst>
            <pc:docMk/>
            <pc:sldMk cId="3915646136" sldId="265"/>
            <ac:picMk id="10" creationId="{D0F98DE1-7135-A152-E03E-B43FF1C6647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6B2-60D0-321B-6924-2B20E69F7E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6341B3-55FA-3F60-3845-07E795E538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F4D7E6B-5ED0-99C2-3C20-7BBBCDBAEC0D}"/>
              </a:ext>
            </a:extLst>
          </p:cNvPr>
          <p:cNvSpPr>
            <a:spLocks noGrp="1"/>
          </p:cNvSpPr>
          <p:nvPr>
            <p:ph type="dt" sz="half" idx="10"/>
          </p:nvPr>
        </p:nvSpPr>
        <p:spPr/>
        <p:txBody>
          <a:bodyPr/>
          <a:lstStyle/>
          <a:p>
            <a:fld id="{F8B59634-3F4D-49C7-91A7-A3D9029E1DB4}" type="datetimeFigureOut">
              <a:rPr lang="en-IN" smtClean="0"/>
              <a:t>09/11/25</a:t>
            </a:fld>
            <a:endParaRPr lang="en-IN"/>
          </a:p>
        </p:txBody>
      </p:sp>
      <p:sp>
        <p:nvSpPr>
          <p:cNvPr id="5" name="Footer Placeholder 4">
            <a:extLst>
              <a:ext uri="{FF2B5EF4-FFF2-40B4-BE49-F238E27FC236}">
                <a16:creationId xmlns:a16="http://schemas.microsoft.com/office/drawing/2014/main" id="{3B376965-F727-07CF-6243-95908E1A38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5442E0-4354-6C2F-CAF4-10156C2CB1EA}"/>
              </a:ext>
            </a:extLst>
          </p:cNvPr>
          <p:cNvSpPr>
            <a:spLocks noGrp="1"/>
          </p:cNvSpPr>
          <p:nvPr>
            <p:ph type="sldNum" sz="quarter" idx="12"/>
          </p:nvPr>
        </p:nvSpPr>
        <p:spPr/>
        <p:txBody>
          <a:bodyPr/>
          <a:lstStyle/>
          <a:p>
            <a:fld id="{A76869D7-C040-473B-ACBC-15C1251CE35F}" type="slidenum">
              <a:rPr lang="en-IN" smtClean="0"/>
              <a:t>‹#›</a:t>
            </a:fld>
            <a:endParaRPr lang="en-IN"/>
          </a:p>
        </p:txBody>
      </p:sp>
    </p:spTree>
    <p:extLst>
      <p:ext uri="{BB962C8B-B14F-4D97-AF65-F5344CB8AC3E}">
        <p14:creationId xmlns:p14="http://schemas.microsoft.com/office/powerpoint/2010/main" val="3643308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2548C-87B8-295D-D225-8EF3D8BB17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820948-33BF-88F7-733D-BA935A0823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2683BD-7ACD-FCEC-06FC-CF9DAD4AC864}"/>
              </a:ext>
            </a:extLst>
          </p:cNvPr>
          <p:cNvSpPr>
            <a:spLocks noGrp="1"/>
          </p:cNvSpPr>
          <p:nvPr>
            <p:ph type="dt" sz="half" idx="10"/>
          </p:nvPr>
        </p:nvSpPr>
        <p:spPr/>
        <p:txBody>
          <a:bodyPr/>
          <a:lstStyle/>
          <a:p>
            <a:fld id="{F8B59634-3F4D-49C7-91A7-A3D9029E1DB4}" type="datetimeFigureOut">
              <a:rPr lang="en-IN" smtClean="0"/>
              <a:t>09/11/25</a:t>
            </a:fld>
            <a:endParaRPr lang="en-IN"/>
          </a:p>
        </p:txBody>
      </p:sp>
      <p:sp>
        <p:nvSpPr>
          <p:cNvPr id="5" name="Footer Placeholder 4">
            <a:extLst>
              <a:ext uri="{FF2B5EF4-FFF2-40B4-BE49-F238E27FC236}">
                <a16:creationId xmlns:a16="http://schemas.microsoft.com/office/drawing/2014/main" id="{037E2E66-B5E2-A4B9-61C4-A319D2F60C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B97287-4DA2-9A54-843A-4B5BF1305A82}"/>
              </a:ext>
            </a:extLst>
          </p:cNvPr>
          <p:cNvSpPr>
            <a:spLocks noGrp="1"/>
          </p:cNvSpPr>
          <p:nvPr>
            <p:ph type="sldNum" sz="quarter" idx="12"/>
          </p:nvPr>
        </p:nvSpPr>
        <p:spPr/>
        <p:txBody>
          <a:bodyPr/>
          <a:lstStyle/>
          <a:p>
            <a:fld id="{A76869D7-C040-473B-ACBC-15C1251CE35F}" type="slidenum">
              <a:rPr lang="en-IN" smtClean="0"/>
              <a:t>‹#›</a:t>
            </a:fld>
            <a:endParaRPr lang="en-IN"/>
          </a:p>
        </p:txBody>
      </p:sp>
    </p:spTree>
    <p:extLst>
      <p:ext uri="{BB962C8B-B14F-4D97-AF65-F5344CB8AC3E}">
        <p14:creationId xmlns:p14="http://schemas.microsoft.com/office/powerpoint/2010/main" val="1498460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48F20-12EE-6D08-0A93-A22EE348BF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0278DFE-6815-F4B5-9AD9-6129C72DA3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DFF223-E913-05BF-D27D-6CB044704101}"/>
              </a:ext>
            </a:extLst>
          </p:cNvPr>
          <p:cNvSpPr>
            <a:spLocks noGrp="1"/>
          </p:cNvSpPr>
          <p:nvPr>
            <p:ph type="dt" sz="half" idx="10"/>
          </p:nvPr>
        </p:nvSpPr>
        <p:spPr/>
        <p:txBody>
          <a:bodyPr/>
          <a:lstStyle/>
          <a:p>
            <a:fld id="{F8B59634-3F4D-49C7-91A7-A3D9029E1DB4}" type="datetimeFigureOut">
              <a:rPr lang="en-IN" smtClean="0"/>
              <a:t>09/11/25</a:t>
            </a:fld>
            <a:endParaRPr lang="en-IN"/>
          </a:p>
        </p:txBody>
      </p:sp>
      <p:sp>
        <p:nvSpPr>
          <p:cNvPr id="5" name="Footer Placeholder 4">
            <a:extLst>
              <a:ext uri="{FF2B5EF4-FFF2-40B4-BE49-F238E27FC236}">
                <a16:creationId xmlns:a16="http://schemas.microsoft.com/office/drawing/2014/main" id="{8FB5440F-0408-EB9B-64A1-08B6B7E9B4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5D7E96-BF4F-93BE-B019-E40E24004331}"/>
              </a:ext>
            </a:extLst>
          </p:cNvPr>
          <p:cNvSpPr>
            <a:spLocks noGrp="1"/>
          </p:cNvSpPr>
          <p:nvPr>
            <p:ph type="sldNum" sz="quarter" idx="12"/>
          </p:nvPr>
        </p:nvSpPr>
        <p:spPr/>
        <p:txBody>
          <a:bodyPr/>
          <a:lstStyle/>
          <a:p>
            <a:fld id="{A76869D7-C040-473B-ACBC-15C1251CE35F}" type="slidenum">
              <a:rPr lang="en-IN" smtClean="0"/>
              <a:t>‹#›</a:t>
            </a:fld>
            <a:endParaRPr lang="en-IN"/>
          </a:p>
        </p:txBody>
      </p:sp>
    </p:spTree>
    <p:extLst>
      <p:ext uri="{BB962C8B-B14F-4D97-AF65-F5344CB8AC3E}">
        <p14:creationId xmlns:p14="http://schemas.microsoft.com/office/powerpoint/2010/main" val="4249321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67E5-4098-DB5E-63F8-7F35C08FA3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A84C27-6DE7-0B8A-B188-44113D688A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921C001-B44F-ACC8-4D77-2DC84EBB34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DD51EFC-6777-A6FA-8D9A-43B7F1008344}"/>
              </a:ext>
            </a:extLst>
          </p:cNvPr>
          <p:cNvSpPr>
            <a:spLocks noGrp="1"/>
          </p:cNvSpPr>
          <p:nvPr>
            <p:ph type="dt" sz="half" idx="10"/>
          </p:nvPr>
        </p:nvSpPr>
        <p:spPr/>
        <p:txBody>
          <a:bodyPr/>
          <a:lstStyle/>
          <a:p>
            <a:fld id="{F8B59634-3F4D-49C7-91A7-A3D9029E1DB4}" type="datetimeFigureOut">
              <a:rPr lang="en-IN" smtClean="0"/>
              <a:t>09/11/25</a:t>
            </a:fld>
            <a:endParaRPr lang="en-IN"/>
          </a:p>
        </p:txBody>
      </p:sp>
      <p:sp>
        <p:nvSpPr>
          <p:cNvPr id="6" name="Footer Placeholder 5">
            <a:extLst>
              <a:ext uri="{FF2B5EF4-FFF2-40B4-BE49-F238E27FC236}">
                <a16:creationId xmlns:a16="http://schemas.microsoft.com/office/drawing/2014/main" id="{434ED968-50BF-5B2F-9D88-2D947211DE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56A52B-0150-5A4C-7DDE-8A0DB4B954FF}"/>
              </a:ext>
            </a:extLst>
          </p:cNvPr>
          <p:cNvSpPr>
            <a:spLocks noGrp="1"/>
          </p:cNvSpPr>
          <p:nvPr>
            <p:ph type="sldNum" sz="quarter" idx="12"/>
          </p:nvPr>
        </p:nvSpPr>
        <p:spPr/>
        <p:txBody>
          <a:bodyPr/>
          <a:lstStyle/>
          <a:p>
            <a:fld id="{A76869D7-C040-473B-ACBC-15C1251CE35F}" type="slidenum">
              <a:rPr lang="en-IN" smtClean="0"/>
              <a:t>‹#›</a:t>
            </a:fld>
            <a:endParaRPr lang="en-IN"/>
          </a:p>
        </p:txBody>
      </p:sp>
    </p:spTree>
    <p:extLst>
      <p:ext uri="{BB962C8B-B14F-4D97-AF65-F5344CB8AC3E}">
        <p14:creationId xmlns:p14="http://schemas.microsoft.com/office/powerpoint/2010/main" val="2501537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E54C1-5D58-B830-E201-979CBAFA84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F452D5-B839-79A6-F301-DE821EC296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C0B9E3-91F3-04EA-ED52-07A5EA3907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C9BE68B-90D6-76D9-897A-104FD039F7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61FAC3-017E-DCD0-09B9-1907ED34C4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FADCB88-5E30-12AC-6F7A-66869CDB9C38}"/>
              </a:ext>
            </a:extLst>
          </p:cNvPr>
          <p:cNvSpPr>
            <a:spLocks noGrp="1"/>
          </p:cNvSpPr>
          <p:nvPr>
            <p:ph type="dt" sz="half" idx="10"/>
          </p:nvPr>
        </p:nvSpPr>
        <p:spPr/>
        <p:txBody>
          <a:bodyPr/>
          <a:lstStyle/>
          <a:p>
            <a:fld id="{F8B59634-3F4D-49C7-91A7-A3D9029E1DB4}" type="datetimeFigureOut">
              <a:rPr lang="en-IN" smtClean="0"/>
              <a:t>09/11/25</a:t>
            </a:fld>
            <a:endParaRPr lang="en-IN"/>
          </a:p>
        </p:txBody>
      </p:sp>
      <p:sp>
        <p:nvSpPr>
          <p:cNvPr id="8" name="Footer Placeholder 7">
            <a:extLst>
              <a:ext uri="{FF2B5EF4-FFF2-40B4-BE49-F238E27FC236}">
                <a16:creationId xmlns:a16="http://schemas.microsoft.com/office/drawing/2014/main" id="{A2B68A59-6912-F2E1-91AD-102AA2F7387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CC3E8F1-0CDB-8044-5A9C-CDCC3A3780CB}"/>
              </a:ext>
            </a:extLst>
          </p:cNvPr>
          <p:cNvSpPr>
            <a:spLocks noGrp="1"/>
          </p:cNvSpPr>
          <p:nvPr>
            <p:ph type="sldNum" sz="quarter" idx="12"/>
          </p:nvPr>
        </p:nvSpPr>
        <p:spPr/>
        <p:txBody>
          <a:bodyPr/>
          <a:lstStyle/>
          <a:p>
            <a:fld id="{A76869D7-C040-473B-ACBC-15C1251CE35F}" type="slidenum">
              <a:rPr lang="en-IN" smtClean="0"/>
              <a:t>‹#›</a:t>
            </a:fld>
            <a:endParaRPr lang="en-IN"/>
          </a:p>
        </p:txBody>
      </p:sp>
    </p:spTree>
    <p:extLst>
      <p:ext uri="{BB962C8B-B14F-4D97-AF65-F5344CB8AC3E}">
        <p14:creationId xmlns:p14="http://schemas.microsoft.com/office/powerpoint/2010/main" val="1321676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92619-A402-39A1-12E0-479D91A2D8B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E259E75-0B18-995F-24C1-08F15F88B041}"/>
              </a:ext>
            </a:extLst>
          </p:cNvPr>
          <p:cNvSpPr>
            <a:spLocks noGrp="1"/>
          </p:cNvSpPr>
          <p:nvPr>
            <p:ph type="dt" sz="half" idx="10"/>
          </p:nvPr>
        </p:nvSpPr>
        <p:spPr/>
        <p:txBody>
          <a:bodyPr/>
          <a:lstStyle/>
          <a:p>
            <a:fld id="{F8B59634-3F4D-49C7-91A7-A3D9029E1DB4}" type="datetimeFigureOut">
              <a:rPr lang="en-IN" smtClean="0"/>
              <a:t>09/11/25</a:t>
            </a:fld>
            <a:endParaRPr lang="en-IN"/>
          </a:p>
        </p:txBody>
      </p:sp>
      <p:sp>
        <p:nvSpPr>
          <p:cNvPr id="4" name="Footer Placeholder 3">
            <a:extLst>
              <a:ext uri="{FF2B5EF4-FFF2-40B4-BE49-F238E27FC236}">
                <a16:creationId xmlns:a16="http://schemas.microsoft.com/office/drawing/2014/main" id="{A3B198D6-88AA-8179-B912-DEA7E0E6C01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EE4592-BEA7-B4B5-1CB9-4CF5328A2269}"/>
              </a:ext>
            </a:extLst>
          </p:cNvPr>
          <p:cNvSpPr>
            <a:spLocks noGrp="1"/>
          </p:cNvSpPr>
          <p:nvPr>
            <p:ph type="sldNum" sz="quarter" idx="12"/>
          </p:nvPr>
        </p:nvSpPr>
        <p:spPr/>
        <p:txBody>
          <a:bodyPr/>
          <a:lstStyle/>
          <a:p>
            <a:fld id="{A76869D7-C040-473B-ACBC-15C1251CE35F}" type="slidenum">
              <a:rPr lang="en-IN" smtClean="0"/>
              <a:t>‹#›</a:t>
            </a:fld>
            <a:endParaRPr lang="en-IN"/>
          </a:p>
        </p:txBody>
      </p:sp>
    </p:spTree>
    <p:extLst>
      <p:ext uri="{BB962C8B-B14F-4D97-AF65-F5344CB8AC3E}">
        <p14:creationId xmlns:p14="http://schemas.microsoft.com/office/powerpoint/2010/main" val="3999465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B4E012-309E-890E-2163-F43B79D2ADE3}"/>
              </a:ext>
            </a:extLst>
          </p:cNvPr>
          <p:cNvSpPr>
            <a:spLocks noGrp="1"/>
          </p:cNvSpPr>
          <p:nvPr>
            <p:ph type="dt" sz="half" idx="10"/>
          </p:nvPr>
        </p:nvSpPr>
        <p:spPr/>
        <p:txBody>
          <a:bodyPr/>
          <a:lstStyle/>
          <a:p>
            <a:fld id="{F8B59634-3F4D-49C7-91A7-A3D9029E1DB4}" type="datetimeFigureOut">
              <a:rPr lang="en-IN" smtClean="0"/>
              <a:t>09/11/25</a:t>
            </a:fld>
            <a:endParaRPr lang="en-IN"/>
          </a:p>
        </p:txBody>
      </p:sp>
      <p:sp>
        <p:nvSpPr>
          <p:cNvPr id="3" name="Footer Placeholder 2">
            <a:extLst>
              <a:ext uri="{FF2B5EF4-FFF2-40B4-BE49-F238E27FC236}">
                <a16:creationId xmlns:a16="http://schemas.microsoft.com/office/drawing/2014/main" id="{0B183CB6-B8A5-7588-1BAB-287248BD4EC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A971F06-AF40-CFBC-18D5-30E7544BE223}"/>
              </a:ext>
            </a:extLst>
          </p:cNvPr>
          <p:cNvSpPr>
            <a:spLocks noGrp="1"/>
          </p:cNvSpPr>
          <p:nvPr>
            <p:ph type="sldNum" sz="quarter" idx="12"/>
          </p:nvPr>
        </p:nvSpPr>
        <p:spPr/>
        <p:txBody>
          <a:bodyPr/>
          <a:lstStyle/>
          <a:p>
            <a:fld id="{A76869D7-C040-473B-ACBC-15C1251CE35F}" type="slidenum">
              <a:rPr lang="en-IN" smtClean="0"/>
              <a:t>‹#›</a:t>
            </a:fld>
            <a:endParaRPr lang="en-IN"/>
          </a:p>
        </p:txBody>
      </p:sp>
    </p:spTree>
    <p:extLst>
      <p:ext uri="{BB962C8B-B14F-4D97-AF65-F5344CB8AC3E}">
        <p14:creationId xmlns:p14="http://schemas.microsoft.com/office/powerpoint/2010/main" val="4072413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ED9B5-A666-FBB5-D0BB-AD7AE140FD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CF3DDE6-E701-E413-17CA-D6F4AE307C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33213BF-73D5-68D9-603E-8AC6367254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85EF18-7C91-56AE-DBEB-3BD35A87C225}"/>
              </a:ext>
            </a:extLst>
          </p:cNvPr>
          <p:cNvSpPr>
            <a:spLocks noGrp="1"/>
          </p:cNvSpPr>
          <p:nvPr>
            <p:ph type="dt" sz="half" idx="10"/>
          </p:nvPr>
        </p:nvSpPr>
        <p:spPr/>
        <p:txBody>
          <a:bodyPr/>
          <a:lstStyle/>
          <a:p>
            <a:fld id="{F8B59634-3F4D-49C7-91A7-A3D9029E1DB4}" type="datetimeFigureOut">
              <a:rPr lang="en-IN" smtClean="0"/>
              <a:t>09/11/25</a:t>
            </a:fld>
            <a:endParaRPr lang="en-IN"/>
          </a:p>
        </p:txBody>
      </p:sp>
      <p:sp>
        <p:nvSpPr>
          <p:cNvPr id="6" name="Footer Placeholder 5">
            <a:extLst>
              <a:ext uri="{FF2B5EF4-FFF2-40B4-BE49-F238E27FC236}">
                <a16:creationId xmlns:a16="http://schemas.microsoft.com/office/drawing/2014/main" id="{0B56DB4F-4AC2-AB54-7EF1-1FEE0A721D1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EB822C-8A9E-6915-FA62-AD57D7F4162C}"/>
              </a:ext>
            </a:extLst>
          </p:cNvPr>
          <p:cNvSpPr>
            <a:spLocks noGrp="1"/>
          </p:cNvSpPr>
          <p:nvPr>
            <p:ph type="sldNum" sz="quarter" idx="12"/>
          </p:nvPr>
        </p:nvSpPr>
        <p:spPr/>
        <p:txBody>
          <a:bodyPr/>
          <a:lstStyle/>
          <a:p>
            <a:fld id="{A76869D7-C040-473B-ACBC-15C1251CE35F}" type="slidenum">
              <a:rPr lang="en-IN" smtClean="0"/>
              <a:t>‹#›</a:t>
            </a:fld>
            <a:endParaRPr lang="en-IN"/>
          </a:p>
        </p:txBody>
      </p:sp>
    </p:spTree>
    <p:extLst>
      <p:ext uri="{BB962C8B-B14F-4D97-AF65-F5344CB8AC3E}">
        <p14:creationId xmlns:p14="http://schemas.microsoft.com/office/powerpoint/2010/main" val="308264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25D5E-EDD1-02F6-129C-80F39D943E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86009D2-E2AB-9C1F-E66C-BE49465082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9895B5-8612-A4FB-0012-FBD652A0D5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263186-1AAE-2BB4-F00E-0AB98A4F1FF1}"/>
              </a:ext>
            </a:extLst>
          </p:cNvPr>
          <p:cNvSpPr>
            <a:spLocks noGrp="1"/>
          </p:cNvSpPr>
          <p:nvPr>
            <p:ph type="dt" sz="half" idx="10"/>
          </p:nvPr>
        </p:nvSpPr>
        <p:spPr/>
        <p:txBody>
          <a:bodyPr/>
          <a:lstStyle/>
          <a:p>
            <a:fld id="{F8B59634-3F4D-49C7-91A7-A3D9029E1DB4}" type="datetimeFigureOut">
              <a:rPr lang="en-IN" smtClean="0"/>
              <a:t>09/11/25</a:t>
            </a:fld>
            <a:endParaRPr lang="en-IN"/>
          </a:p>
        </p:txBody>
      </p:sp>
      <p:sp>
        <p:nvSpPr>
          <p:cNvPr id="6" name="Footer Placeholder 5">
            <a:extLst>
              <a:ext uri="{FF2B5EF4-FFF2-40B4-BE49-F238E27FC236}">
                <a16:creationId xmlns:a16="http://schemas.microsoft.com/office/drawing/2014/main" id="{ED709008-809D-3022-6D90-FFE5F0F98D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9E1D40-8392-DD40-E73E-8DEB0244D2E6}"/>
              </a:ext>
            </a:extLst>
          </p:cNvPr>
          <p:cNvSpPr>
            <a:spLocks noGrp="1"/>
          </p:cNvSpPr>
          <p:nvPr>
            <p:ph type="sldNum" sz="quarter" idx="12"/>
          </p:nvPr>
        </p:nvSpPr>
        <p:spPr/>
        <p:txBody>
          <a:bodyPr/>
          <a:lstStyle/>
          <a:p>
            <a:fld id="{A76869D7-C040-473B-ACBC-15C1251CE35F}" type="slidenum">
              <a:rPr lang="en-IN" smtClean="0"/>
              <a:t>‹#›</a:t>
            </a:fld>
            <a:endParaRPr lang="en-IN"/>
          </a:p>
        </p:txBody>
      </p:sp>
    </p:spTree>
    <p:extLst>
      <p:ext uri="{BB962C8B-B14F-4D97-AF65-F5344CB8AC3E}">
        <p14:creationId xmlns:p14="http://schemas.microsoft.com/office/powerpoint/2010/main" val="824281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F1038-F727-725A-583A-C6E8A7FAAE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191879E-E252-5561-7A63-7AFE10BFA1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FA5590-BF0C-04CC-108E-A55F87765A2C}"/>
              </a:ext>
            </a:extLst>
          </p:cNvPr>
          <p:cNvSpPr>
            <a:spLocks noGrp="1"/>
          </p:cNvSpPr>
          <p:nvPr>
            <p:ph type="dt" sz="half" idx="10"/>
          </p:nvPr>
        </p:nvSpPr>
        <p:spPr/>
        <p:txBody>
          <a:bodyPr/>
          <a:lstStyle/>
          <a:p>
            <a:fld id="{F8B59634-3F4D-49C7-91A7-A3D9029E1DB4}" type="datetimeFigureOut">
              <a:rPr lang="en-IN" smtClean="0"/>
              <a:t>09/11/25</a:t>
            </a:fld>
            <a:endParaRPr lang="en-IN"/>
          </a:p>
        </p:txBody>
      </p:sp>
      <p:sp>
        <p:nvSpPr>
          <p:cNvPr id="5" name="Footer Placeholder 4">
            <a:extLst>
              <a:ext uri="{FF2B5EF4-FFF2-40B4-BE49-F238E27FC236}">
                <a16:creationId xmlns:a16="http://schemas.microsoft.com/office/drawing/2014/main" id="{2B3D311A-EBD3-7F91-3781-B10DEA462B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AF6FF6-C72E-06DC-0CF3-2FE45F575A96}"/>
              </a:ext>
            </a:extLst>
          </p:cNvPr>
          <p:cNvSpPr>
            <a:spLocks noGrp="1"/>
          </p:cNvSpPr>
          <p:nvPr>
            <p:ph type="sldNum" sz="quarter" idx="12"/>
          </p:nvPr>
        </p:nvSpPr>
        <p:spPr/>
        <p:txBody>
          <a:bodyPr/>
          <a:lstStyle/>
          <a:p>
            <a:fld id="{A76869D7-C040-473B-ACBC-15C1251CE35F}" type="slidenum">
              <a:rPr lang="en-IN" smtClean="0"/>
              <a:t>‹#›</a:t>
            </a:fld>
            <a:endParaRPr lang="en-IN"/>
          </a:p>
        </p:txBody>
      </p:sp>
    </p:spTree>
    <p:extLst>
      <p:ext uri="{BB962C8B-B14F-4D97-AF65-F5344CB8AC3E}">
        <p14:creationId xmlns:p14="http://schemas.microsoft.com/office/powerpoint/2010/main" val="4020344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3B6406-F469-F368-FDB5-20EA5FDD15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3D0880-B084-CFEB-2B8B-06DCECF70A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DEC2C0-7ED3-AC55-2007-22ADC829F530}"/>
              </a:ext>
            </a:extLst>
          </p:cNvPr>
          <p:cNvSpPr>
            <a:spLocks noGrp="1"/>
          </p:cNvSpPr>
          <p:nvPr>
            <p:ph type="dt" sz="half" idx="10"/>
          </p:nvPr>
        </p:nvSpPr>
        <p:spPr/>
        <p:txBody>
          <a:bodyPr/>
          <a:lstStyle/>
          <a:p>
            <a:fld id="{F8B59634-3F4D-49C7-91A7-A3D9029E1DB4}" type="datetimeFigureOut">
              <a:rPr lang="en-IN" smtClean="0"/>
              <a:t>09/11/25</a:t>
            </a:fld>
            <a:endParaRPr lang="en-IN"/>
          </a:p>
        </p:txBody>
      </p:sp>
      <p:sp>
        <p:nvSpPr>
          <p:cNvPr id="5" name="Footer Placeholder 4">
            <a:extLst>
              <a:ext uri="{FF2B5EF4-FFF2-40B4-BE49-F238E27FC236}">
                <a16:creationId xmlns:a16="http://schemas.microsoft.com/office/drawing/2014/main" id="{CC8DEF9D-DB45-AD6C-7DBC-C66ABE6438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6F489C-486B-6998-AB16-099D7E49AD26}"/>
              </a:ext>
            </a:extLst>
          </p:cNvPr>
          <p:cNvSpPr>
            <a:spLocks noGrp="1"/>
          </p:cNvSpPr>
          <p:nvPr>
            <p:ph type="sldNum" sz="quarter" idx="12"/>
          </p:nvPr>
        </p:nvSpPr>
        <p:spPr/>
        <p:txBody>
          <a:bodyPr/>
          <a:lstStyle/>
          <a:p>
            <a:fld id="{A76869D7-C040-473B-ACBC-15C1251CE35F}" type="slidenum">
              <a:rPr lang="en-IN" smtClean="0"/>
              <a:t>‹#›</a:t>
            </a:fld>
            <a:endParaRPr lang="en-IN"/>
          </a:p>
        </p:txBody>
      </p:sp>
    </p:spTree>
    <p:extLst>
      <p:ext uri="{BB962C8B-B14F-4D97-AF65-F5344CB8AC3E}">
        <p14:creationId xmlns:p14="http://schemas.microsoft.com/office/powerpoint/2010/main" val="2219819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63C16C-1D33-4521-3690-E415B7682A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B5732A-8C8C-8548-2C90-9B239949EA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06E4E8-6A57-45CD-FE81-A3030C6917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B59634-3F4D-49C7-91A7-A3D9029E1DB4}" type="datetimeFigureOut">
              <a:rPr lang="en-IN" smtClean="0"/>
              <a:t>09/11/25</a:t>
            </a:fld>
            <a:endParaRPr lang="en-IN"/>
          </a:p>
        </p:txBody>
      </p:sp>
      <p:sp>
        <p:nvSpPr>
          <p:cNvPr id="5" name="Footer Placeholder 4">
            <a:extLst>
              <a:ext uri="{FF2B5EF4-FFF2-40B4-BE49-F238E27FC236}">
                <a16:creationId xmlns:a16="http://schemas.microsoft.com/office/drawing/2014/main" id="{75EB831C-3952-7FB2-8105-1695DD0BDC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43584B-AC59-3CD5-A75E-ECFEC567FC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6869D7-C040-473B-ACBC-15C1251CE35F}" type="slidenum">
              <a:rPr lang="en-IN" smtClean="0"/>
              <a:t>‹#›</a:t>
            </a:fld>
            <a:endParaRPr lang="en-IN"/>
          </a:p>
        </p:txBody>
      </p:sp>
    </p:spTree>
    <p:extLst>
      <p:ext uri="{BB962C8B-B14F-4D97-AF65-F5344CB8AC3E}">
        <p14:creationId xmlns:p14="http://schemas.microsoft.com/office/powerpoint/2010/main" val="4292427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1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33.sv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Google Shape;128;p24">
            <a:extLst>
              <a:ext uri="{FF2B5EF4-FFF2-40B4-BE49-F238E27FC236}">
                <a16:creationId xmlns:a16="http://schemas.microsoft.com/office/drawing/2014/main" id="{EC59F792-647C-D777-FEBA-201BB2119FBC}"/>
              </a:ext>
            </a:extLst>
          </p:cNvPr>
          <p:cNvPicPr/>
          <p:nvPr/>
        </p:nvPicPr>
        <p:blipFill>
          <a:blip r:embed="rId2"/>
          <a:srcRect t="13906" r="6550" b="7347"/>
          <a:stretch/>
        </p:blipFill>
        <p:spPr>
          <a:xfrm>
            <a:off x="0" y="180"/>
            <a:ext cx="12191999" cy="6857820"/>
          </a:xfrm>
          <a:prstGeom prst="rect">
            <a:avLst/>
          </a:prstGeom>
          <a:noFill/>
          <a:ln w="0">
            <a:noFill/>
          </a:ln>
        </p:spPr>
      </p:pic>
      <p:grpSp>
        <p:nvGrpSpPr>
          <p:cNvPr id="27" name="Google Shape;129;p24">
            <a:extLst>
              <a:ext uri="{FF2B5EF4-FFF2-40B4-BE49-F238E27FC236}">
                <a16:creationId xmlns:a16="http://schemas.microsoft.com/office/drawing/2014/main" id="{B9B28E5C-CA9B-1964-44FE-C32C7F5FE677}"/>
              </a:ext>
            </a:extLst>
          </p:cNvPr>
          <p:cNvGrpSpPr/>
          <p:nvPr/>
        </p:nvGrpSpPr>
        <p:grpSpPr>
          <a:xfrm>
            <a:off x="663388" y="786780"/>
            <a:ext cx="10865224" cy="5389902"/>
            <a:chOff x="556969" y="772110"/>
            <a:chExt cx="8344031" cy="4063826"/>
          </a:xfrm>
        </p:grpSpPr>
        <p:sp>
          <p:nvSpPr>
            <p:cNvPr id="28" name="Google Shape;130;p24">
              <a:extLst>
                <a:ext uri="{FF2B5EF4-FFF2-40B4-BE49-F238E27FC236}">
                  <a16:creationId xmlns:a16="http://schemas.microsoft.com/office/drawing/2014/main" id="{9353A237-ACD9-35C7-22E0-16F4D8C115B6}"/>
                </a:ext>
              </a:extLst>
            </p:cNvPr>
            <p:cNvSpPr/>
            <p:nvPr/>
          </p:nvSpPr>
          <p:spPr>
            <a:xfrm>
              <a:off x="2050200" y="772110"/>
              <a:ext cx="6850800" cy="4063826"/>
            </a:xfrm>
            <a:prstGeom prst="roundRect">
              <a:avLst>
                <a:gd name="adj" fmla="val 7195"/>
              </a:avLst>
            </a:prstGeom>
            <a:noFill/>
            <a:ln w="9525">
              <a:solidFill>
                <a:srgbClr val="00B0F0"/>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dirty="0">
                <a:solidFill>
                  <a:srgbClr val="FDC4C4"/>
                </a:solidFill>
                <a:effectLst/>
                <a:uFillTx/>
                <a:latin typeface="OpenSymbol"/>
              </a:endParaRPr>
            </a:p>
          </p:txBody>
        </p:sp>
        <p:sp>
          <p:nvSpPr>
            <p:cNvPr id="29" name="Google Shape;133;p24">
              <a:extLst>
                <a:ext uri="{FF2B5EF4-FFF2-40B4-BE49-F238E27FC236}">
                  <a16:creationId xmlns:a16="http://schemas.microsoft.com/office/drawing/2014/main" id="{75A38894-3A19-7F56-1EE2-9D1CE2CB7AB5}"/>
                </a:ext>
              </a:extLst>
            </p:cNvPr>
            <p:cNvSpPr/>
            <p:nvPr/>
          </p:nvSpPr>
          <p:spPr>
            <a:xfrm>
              <a:off x="556969" y="3071160"/>
              <a:ext cx="1337076" cy="1210529"/>
            </a:xfrm>
            <a:prstGeom prst="roundRect">
              <a:avLst>
                <a:gd name="adj" fmla="val 13823"/>
              </a:avLst>
            </a:prstGeom>
            <a:solidFill>
              <a:schemeClr val="tx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dirty="0">
                <a:solidFill>
                  <a:srgbClr val="FFFFFF"/>
                </a:solidFill>
                <a:effectLst/>
                <a:uFillTx/>
                <a:latin typeface="OpenSymbol"/>
              </a:endParaRPr>
            </a:p>
          </p:txBody>
        </p:sp>
      </p:grpSp>
      <p:sp>
        <p:nvSpPr>
          <p:cNvPr id="30" name="TextBox 29">
            <a:extLst>
              <a:ext uri="{FF2B5EF4-FFF2-40B4-BE49-F238E27FC236}">
                <a16:creationId xmlns:a16="http://schemas.microsoft.com/office/drawing/2014/main" id="{861AEED2-AAB2-C02C-9A18-657F11A7E3ED}"/>
              </a:ext>
            </a:extLst>
          </p:cNvPr>
          <p:cNvSpPr txBox="1"/>
          <p:nvPr/>
        </p:nvSpPr>
        <p:spPr>
          <a:xfrm>
            <a:off x="728700" y="4071568"/>
            <a:ext cx="1667437" cy="1134478"/>
          </a:xfrm>
          <a:prstGeom prst="rect">
            <a:avLst/>
          </a:prstGeom>
          <a:noFill/>
        </p:spPr>
        <p:txBody>
          <a:bodyPr wrap="square">
            <a:spAutoFit/>
          </a:bodyPr>
          <a:lstStyle/>
          <a:p>
            <a:pPr>
              <a:lnSpc>
                <a:spcPct val="107000"/>
              </a:lnSpc>
              <a:buNone/>
            </a:pPr>
            <a:r>
              <a:rPr lang="en-IN" sz="1600" b="1" kern="100" dirty="0">
                <a:solidFill>
                  <a:srgbClr val="66CCFF"/>
                </a:solidFill>
                <a:effectLst/>
                <a:latin typeface="Calibri" panose="020F0502020204030204" pitchFamily="34" charset="0"/>
                <a:ea typeface="Calibri" panose="020F0502020204030204" pitchFamily="34" charset="0"/>
                <a:cs typeface="Times New Roman" panose="02020603050405020304" pitchFamily="18" charset="0"/>
              </a:rPr>
              <a:t>Karthick N</a:t>
            </a:r>
            <a:endParaRPr lang="en-IN" sz="1600" kern="100" dirty="0">
              <a:solidFill>
                <a:srgbClr val="66CCFF"/>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buNone/>
            </a:pPr>
            <a:r>
              <a:rPr lang="en-IN" sz="1600" b="1" kern="100" dirty="0">
                <a:solidFill>
                  <a:srgbClr val="66CCFF"/>
                </a:solidFill>
                <a:effectLst/>
                <a:latin typeface="Calibri" panose="020F0502020204030204" pitchFamily="34" charset="0"/>
                <a:ea typeface="Calibri" panose="020F0502020204030204" pitchFamily="34" charset="0"/>
                <a:cs typeface="Times New Roman" panose="02020603050405020304" pitchFamily="18" charset="0"/>
              </a:rPr>
              <a:t>Surender M</a:t>
            </a:r>
            <a:endParaRPr lang="en-IN" sz="1600" kern="100" dirty="0">
              <a:solidFill>
                <a:srgbClr val="66CCFF"/>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buNone/>
            </a:pPr>
            <a:r>
              <a:rPr lang="en-IN" sz="1600" b="1" kern="100" dirty="0">
                <a:solidFill>
                  <a:srgbClr val="66CCFF"/>
                </a:solidFill>
                <a:effectLst/>
                <a:latin typeface="Calibri" panose="020F0502020204030204" pitchFamily="34" charset="0"/>
                <a:ea typeface="Calibri" panose="020F0502020204030204" pitchFamily="34" charset="0"/>
                <a:cs typeface="Times New Roman" panose="02020603050405020304" pitchFamily="18" charset="0"/>
              </a:rPr>
              <a:t>Leela Prasanth G</a:t>
            </a:r>
            <a:endParaRPr lang="en-IN" sz="1600" kern="100" dirty="0">
              <a:solidFill>
                <a:srgbClr val="66CCFF"/>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buNone/>
            </a:pPr>
            <a:r>
              <a:rPr lang="en-IN" sz="1600" b="1" kern="100" dirty="0">
                <a:solidFill>
                  <a:srgbClr val="66CCFF"/>
                </a:solidFill>
                <a:effectLst/>
                <a:latin typeface="Calibri" panose="020F0502020204030204" pitchFamily="34" charset="0"/>
                <a:ea typeface="Calibri" panose="020F0502020204030204" pitchFamily="34" charset="0"/>
                <a:cs typeface="Times New Roman" panose="02020603050405020304" pitchFamily="18" charset="0"/>
              </a:rPr>
              <a:t>Smitha G</a:t>
            </a:r>
            <a:endParaRPr lang="en-IN" sz="1600" kern="100" dirty="0">
              <a:solidFill>
                <a:srgbClr val="66CCFF"/>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1" name="Rectangle 30">
            <a:extLst>
              <a:ext uri="{FF2B5EF4-FFF2-40B4-BE49-F238E27FC236}">
                <a16:creationId xmlns:a16="http://schemas.microsoft.com/office/drawing/2014/main" id="{195F619E-B502-2B9B-2565-57FD9AE31D56}"/>
              </a:ext>
            </a:extLst>
          </p:cNvPr>
          <p:cNvSpPr/>
          <p:nvPr/>
        </p:nvSpPr>
        <p:spPr>
          <a:xfrm>
            <a:off x="3092800" y="3836038"/>
            <a:ext cx="7951718" cy="1605539"/>
          </a:xfrm>
          <a:prstGeom prst="rect">
            <a:avLst/>
          </a:prstGeom>
          <a:solidFill>
            <a:srgbClr val="02041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PREDICTIVE MODEL FOR AUTOMOBILE SALES</a:t>
            </a:r>
            <a:endParaRPr lang="en-IN" sz="2800" dirty="0">
              <a:solidFill>
                <a:schemeClr val="tx1"/>
              </a:solidFill>
            </a:endParaRPr>
          </a:p>
        </p:txBody>
      </p:sp>
      <p:sp>
        <p:nvSpPr>
          <p:cNvPr id="33" name="TextBox 32">
            <a:extLst>
              <a:ext uri="{FF2B5EF4-FFF2-40B4-BE49-F238E27FC236}">
                <a16:creationId xmlns:a16="http://schemas.microsoft.com/office/drawing/2014/main" id="{5955B867-0C88-89AD-1864-F9FBE047AE81}"/>
              </a:ext>
            </a:extLst>
          </p:cNvPr>
          <p:cNvSpPr txBox="1"/>
          <p:nvPr/>
        </p:nvSpPr>
        <p:spPr>
          <a:xfrm>
            <a:off x="3092800" y="4100198"/>
            <a:ext cx="7926775" cy="1077218"/>
          </a:xfrm>
          <a:prstGeom prst="rect">
            <a:avLst/>
          </a:prstGeom>
          <a:noFill/>
        </p:spPr>
        <p:txBody>
          <a:bodyPr wrap="square">
            <a:spAutoFit/>
          </a:bodyPr>
          <a:lstStyle/>
          <a:p>
            <a:pPr algn="ctr"/>
            <a:r>
              <a:rPr lang="en-IN" sz="3200" b="1" dirty="0">
                <a:solidFill>
                  <a:schemeClr val="bg1">
                    <a:lumMod val="95000"/>
                  </a:schemeClr>
                </a:solidFill>
                <a:latin typeface="Arial" panose="020B0604020202020204" pitchFamily="34" charset="0"/>
                <a:cs typeface="Arial" panose="020B0604020202020204" pitchFamily="34" charset="0"/>
              </a:rPr>
              <a:t>PREDICTIVE MODEL FOR AUTOMOBILE SALES</a:t>
            </a:r>
            <a:endParaRPr lang="en-IN" sz="3200" dirty="0">
              <a:solidFill>
                <a:schemeClr val="bg1">
                  <a:lumMod val="9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3351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8235F-9B3A-0C06-734E-05BE6824DB7C}"/>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B8E899B5-F057-1743-EFCF-A81DB1BF8E15}"/>
              </a:ext>
            </a:extLst>
          </p:cNvPr>
          <p:cNvSpPr/>
          <p:nvPr/>
        </p:nvSpPr>
        <p:spPr>
          <a:xfrm>
            <a:off x="0" y="-17929"/>
            <a:ext cx="12192000" cy="6858000"/>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 0">
            <a:extLst>
              <a:ext uri="{FF2B5EF4-FFF2-40B4-BE49-F238E27FC236}">
                <a16:creationId xmlns:a16="http://schemas.microsoft.com/office/drawing/2014/main" id="{3C1399B8-6DDC-B1E2-F444-A06416E55B98}"/>
              </a:ext>
            </a:extLst>
          </p:cNvPr>
          <p:cNvSpPr/>
          <p:nvPr/>
        </p:nvSpPr>
        <p:spPr>
          <a:xfrm>
            <a:off x="1017087" y="828617"/>
            <a:ext cx="12192000" cy="708779"/>
          </a:xfrm>
          <a:prstGeom prst="rect">
            <a:avLst/>
          </a:prstGeom>
          <a:noFill/>
          <a:ln/>
        </p:spPr>
        <p:txBody>
          <a:bodyPr wrap="none" lIns="0" tIns="0" rIns="0" bIns="0" rtlCol="0" anchor="t"/>
          <a:lstStyle/>
          <a:p>
            <a:pPr>
              <a:lnSpc>
                <a:spcPts val="4450"/>
              </a:lnSpc>
            </a:pPr>
            <a:r>
              <a:rPr lang="en-US" sz="4800" b="1" dirty="0">
                <a:solidFill>
                  <a:srgbClr val="FDC4C4"/>
                </a:solidFill>
                <a:latin typeface="Arial" panose="020B0604020202020204" pitchFamily="34" charset="0"/>
                <a:ea typeface="Instrument Sans Medium" pitchFamily="34" charset="-122"/>
                <a:cs typeface="Arial" panose="020B0604020202020204" pitchFamily="34" charset="0"/>
              </a:rPr>
              <a:t>OBJECTIVE</a:t>
            </a:r>
            <a:endParaRPr lang="en-US" sz="4800" b="1" dirty="0">
              <a:solidFill>
                <a:srgbClr val="FDC4C4"/>
              </a:solidFill>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CABC97C9-20F6-EC2D-E9BF-8C237192ADC8}"/>
              </a:ext>
            </a:extLst>
          </p:cNvPr>
          <p:cNvGrpSpPr/>
          <p:nvPr/>
        </p:nvGrpSpPr>
        <p:grpSpPr>
          <a:xfrm>
            <a:off x="668285" y="1873548"/>
            <a:ext cx="11048586" cy="4015323"/>
            <a:chOff x="668285" y="2036833"/>
            <a:chExt cx="11048586" cy="4015323"/>
          </a:xfrm>
        </p:grpSpPr>
        <p:pic>
          <p:nvPicPr>
            <p:cNvPr id="6" name="Image 0" descr="preencoded.png">
              <a:extLst>
                <a:ext uri="{FF2B5EF4-FFF2-40B4-BE49-F238E27FC236}">
                  <a16:creationId xmlns:a16="http://schemas.microsoft.com/office/drawing/2014/main" id="{34059647-DC73-2F44-439E-F88AADAA27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8285" y="2111056"/>
              <a:ext cx="566976" cy="566976"/>
            </a:xfrm>
            <a:prstGeom prst="rect">
              <a:avLst/>
            </a:prstGeom>
          </p:spPr>
        </p:pic>
        <p:sp>
          <p:nvSpPr>
            <p:cNvPr id="7" name="Text 2">
              <a:extLst>
                <a:ext uri="{FF2B5EF4-FFF2-40B4-BE49-F238E27FC236}">
                  <a16:creationId xmlns:a16="http://schemas.microsoft.com/office/drawing/2014/main" id="{7D96ECD5-DDB4-00AA-A1BE-5A37D131C705}"/>
                </a:ext>
              </a:extLst>
            </p:cNvPr>
            <p:cNvSpPr/>
            <p:nvPr/>
          </p:nvSpPr>
          <p:spPr>
            <a:xfrm>
              <a:off x="1416928" y="2036833"/>
              <a:ext cx="4067532" cy="354330"/>
            </a:xfrm>
            <a:prstGeom prst="rect">
              <a:avLst/>
            </a:prstGeom>
            <a:noFill/>
            <a:ln/>
          </p:spPr>
          <p:txBody>
            <a:bodyPr wrap="none" lIns="0" tIns="0" rIns="0" bIns="0" rtlCol="0" anchor="t"/>
            <a:lstStyle/>
            <a:p>
              <a:pPr marL="0" indent="0" algn="l">
                <a:lnSpc>
                  <a:spcPts val="2750"/>
                </a:lnSpc>
                <a:buNone/>
              </a:pPr>
              <a:r>
                <a:rPr lang="en-US" sz="20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Predictive Model Development</a:t>
              </a:r>
              <a:endParaRPr lang="en-US" sz="20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8" name="Text 3">
              <a:extLst>
                <a:ext uri="{FF2B5EF4-FFF2-40B4-BE49-F238E27FC236}">
                  <a16:creationId xmlns:a16="http://schemas.microsoft.com/office/drawing/2014/main" id="{1A406581-3F1E-265D-F0CE-9B5060B85DDD}"/>
                </a:ext>
              </a:extLst>
            </p:cNvPr>
            <p:cNvSpPr/>
            <p:nvPr/>
          </p:nvSpPr>
          <p:spPr>
            <a:xfrm>
              <a:off x="1416928" y="2409142"/>
              <a:ext cx="9746042" cy="501728"/>
            </a:xfrm>
            <a:prstGeom prst="rect">
              <a:avLst/>
            </a:prstGeom>
            <a:noFill/>
            <a:ln/>
          </p:spPr>
          <p:txBody>
            <a:bodyPr wrap="square" lIns="0" tIns="0" rIns="0" bIns="0" rtlCol="0" anchor="t"/>
            <a:lstStyle/>
            <a:p>
              <a:pPr marL="0" indent="0" algn="l">
                <a:lnSpc>
                  <a:spcPts val="2850"/>
                </a:lnSpc>
                <a:buNone/>
              </a:pPr>
              <a:r>
                <a:rPr lang="en-US" sz="1600" dirty="0">
                  <a:solidFill>
                    <a:srgbClr val="C7CDD6"/>
                  </a:solidFill>
                  <a:latin typeface="Arial" panose="020B0604020202020204" pitchFamily="34" charset="0"/>
                  <a:ea typeface="Inter" pitchFamily="34" charset="-122"/>
                  <a:cs typeface="Arial" panose="020B0604020202020204" pitchFamily="34" charset="0"/>
                </a:rPr>
                <a:t>Build a robust model to forecast automobile sales, leveraging comprehensive real-world industry data.</a:t>
              </a:r>
              <a:endParaRPr lang="en-US" sz="1600" dirty="0">
                <a:latin typeface="Arial" panose="020B0604020202020204" pitchFamily="34" charset="0"/>
                <a:cs typeface="Arial" panose="020B0604020202020204" pitchFamily="34" charset="0"/>
              </a:endParaRPr>
            </a:p>
          </p:txBody>
        </p:sp>
        <p:pic>
          <p:nvPicPr>
            <p:cNvPr id="9" name="Image 1" descr="preencoded.png">
              <a:extLst>
                <a:ext uri="{FF2B5EF4-FFF2-40B4-BE49-F238E27FC236}">
                  <a16:creationId xmlns:a16="http://schemas.microsoft.com/office/drawing/2014/main" id="{D6614067-AA4E-594D-110B-9BCC26BDF1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8285" y="3494915"/>
              <a:ext cx="566976" cy="566976"/>
            </a:xfrm>
            <a:prstGeom prst="rect">
              <a:avLst/>
            </a:prstGeom>
          </p:spPr>
        </p:pic>
        <p:sp>
          <p:nvSpPr>
            <p:cNvPr id="10" name="Text 4">
              <a:extLst>
                <a:ext uri="{FF2B5EF4-FFF2-40B4-BE49-F238E27FC236}">
                  <a16:creationId xmlns:a16="http://schemas.microsoft.com/office/drawing/2014/main" id="{E21D87D3-C286-06E1-F88A-FB6950480C3F}"/>
                </a:ext>
              </a:extLst>
            </p:cNvPr>
            <p:cNvSpPr/>
            <p:nvPr/>
          </p:nvSpPr>
          <p:spPr>
            <a:xfrm>
              <a:off x="1416928" y="3331043"/>
              <a:ext cx="3134439" cy="354330"/>
            </a:xfrm>
            <a:prstGeom prst="rect">
              <a:avLst/>
            </a:prstGeom>
            <a:noFill/>
            <a:ln/>
          </p:spPr>
          <p:txBody>
            <a:bodyPr wrap="none" lIns="0" tIns="0" rIns="0" bIns="0" rtlCol="0" anchor="t"/>
            <a:lstStyle/>
            <a:p>
              <a:pPr marL="0" indent="0" algn="l">
                <a:lnSpc>
                  <a:spcPts val="2750"/>
                </a:lnSpc>
                <a:buNone/>
              </a:pPr>
              <a:r>
                <a:rPr lang="en-US" sz="2000" b="1" dirty="0">
                  <a:solidFill>
                    <a:schemeClr val="accent5">
                      <a:lumMod val="60000"/>
                      <a:lumOff val="40000"/>
                    </a:schemeClr>
                  </a:solidFill>
                  <a:latin typeface="Arial" panose="020B0604020202020204" pitchFamily="34" charset="0"/>
                  <a:cs typeface="Arial" panose="020B0604020202020204" pitchFamily="34" charset="0"/>
                </a:rPr>
                <a:t>Data &amp; Algorithm Focus</a:t>
              </a:r>
            </a:p>
          </p:txBody>
        </p:sp>
        <p:sp>
          <p:nvSpPr>
            <p:cNvPr id="11" name="Text 5">
              <a:extLst>
                <a:ext uri="{FF2B5EF4-FFF2-40B4-BE49-F238E27FC236}">
                  <a16:creationId xmlns:a16="http://schemas.microsoft.com/office/drawing/2014/main" id="{F6372D7E-8572-9E73-C75A-B099F73262F2}"/>
                </a:ext>
              </a:extLst>
            </p:cNvPr>
            <p:cNvSpPr/>
            <p:nvPr/>
          </p:nvSpPr>
          <p:spPr>
            <a:xfrm>
              <a:off x="1416928" y="3685374"/>
              <a:ext cx="10219260" cy="708780"/>
            </a:xfrm>
            <a:prstGeom prst="rect">
              <a:avLst/>
            </a:prstGeom>
            <a:noFill/>
            <a:ln/>
          </p:spPr>
          <p:txBody>
            <a:bodyPr wrap="square" lIns="0" tIns="0" rIns="0" bIns="0" rtlCol="0" anchor="t"/>
            <a:lstStyle/>
            <a:p>
              <a:pPr marL="0" indent="0" algn="l">
                <a:lnSpc>
                  <a:spcPts val="2850"/>
                </a:lnSpc>
                <a:buNone/>
              </a:pPr>
              <a:r>
                <a:rPr lang="en-US" sz="1600" dirty="0">
                  <a:solidFill>
                    <a:srgbClr val="C7CDD6"/>
                  </a:solidFill>
                  <a:latin typeface="Arial" panose="020B0604020202020204" pitchFamily="34" charset="0"/>
                  <a:ea typeface="Inter" pitchFamily="34" charset="-122"/>
                  <a:cs typeface="Arial" panose="020B0604020202020204" pitchFamily="34" charset="0"/>
                </a:rPr>
                <a:t>Emphasize rigorous data preprocessing, advanced feature engineering, and evaluating various machine learning algorithms for optimal performance.</a:t>
              </a:r>
            </a:p>
          </p:txBody>
        </p:sp>
        <p:pic>
          <p:nvPicPr>
            <p:cNvPr id="12" name="Image 2" descr="preencoded.png">
              <a:extLst>
                <a:ext uri="{FF2B5EF4-FFF2-40B4-BE49-F238E27FC236}">
                  <a16:creationId xmlns:a16="http://schemas.microsoft.com/office/drawing/2014/main" id="{B4AA640D-E0B6-1EE3-D3EA-EEA61461ADF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8285" y="5270107"/>
              <a:ext cx="566976" cy="566976"/>
            </a:xfrm>
            <a:prstGeom prst="rect">
              <a:avLst/>
            </a:prstGeom>
          </p:spPr>
        </p:pic>
        <p:sp>
          <p:nvSpPr>
            <p:cNvPr id="13" name="Text 6">
              <a:extLst>
                <a:ext uri="{FF2B5EF4-FFF2-40B4-BE49-F238E27FC236}">
                  <a16:creationId xmlns:a16="http://schemas.microsoft.com/office/drawing/2014/main" id="{BD775C60-B0D8-7583-3BDA-7F0C6D7F4639}"/>
                </a:ext>
              </a:extLst>
            </p:cNvPr>
            <p:cNvSpPr/>
            <p:nvPr/>
          </p:nvSpPr>
          <p:spPr>
            <a:xfrm>
              <a:off x="1416928" y="5011943"/>
              <a:ext cx="2835235" cy="354330"/>
            </a:xfrm>
            <a:prstGeom prst="rect">
              <a:avLst/>
            </a:prstGeom>
            <a:noFill/>
            <a:ln/>
          </p:spPr>
          <p:txBody>
            <a:bodyPr wrap="none" lIns="0" tIns="0" rIns="0" bIns="0" rtlCol="0" anchor="t"/>
            <a:lstStyle/>
            <a:p>
              <a:pPr marL="0" indent="0" algn="l">
                <a:lnSpc>
                  <a:spcPts val="2750"/>
                </a:lnSpc>
                <a:buNone/>
              </a:pPr>
              <a:r>
                <a:rPr lang="en-US" sz="20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Actionable Insights</a:t>
              </a:r>
              <a:endParaRPr lang="en-US" sz="20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14" name="Text 7">
              <a:extLst>
                <a:ext uri="{FF2B5EF4-FFF2-40B4-BE49-F238E27FC236}">
                  <a16:creationId xmlns:a16="http://schemas.microsoft.com/office/drawing/2014/main" id="{9E43262E-357B-820C-B8C0-A872BC6E09C6}"/>
                </a:ext>
              </a:extLst>
            </p:cNvPr>
            <p:cNvSpPr/>
            <p:nvPr/>
          </p:nvSpPr>
          <p:spPr>
            <a:xfrm>
              <a:off x="1416928" y="5343377"/>
              <a:ext cx="10299943" cy="708779"/>
            </a:xfrm>
            <a:prstGeom prst="rect">
              <a:avLst/>
            </a:prstGeom>
            <a:noFill/>
            <a:ln/>
          </p:spPr>
          <p:txBody>
            <a:bodyPr wrap="square" lIns="0" tIns="0" rIns="0" bIns="0" rtlCol="0" anchor="t"/>
            <a:lstStyle/>
            <a:p>
              <a:pPr marL="0" indent="0" algn="l">
                <a:lnSpc>
                  <a:spcPts val="2850"/>
                </a:lnSpc>
                <a:buNone/>
              </a:pPr>
              <a:r>
                <a:rPr lang="en-US" sz="1600" dirty="0">
                  <a:solidFill>
                    <a:srgbClr val="C7CDD6"/>
                  </a:solidFill>
                  <a:latin typeface="Arial" panose="020B0604020202020204" pitchFamily="34" charset="0"/>
                  <a:ea typeface="Inter" pitchFamily="34" charset="-122"/>
                  <a:cs typeface="Arial" panose="020B0604020202020204" pitchFamily="34" charset="0"/>
                </a:rPr>
                <a:t>Deliver precise and understandable forecasts to empower manufacturers, dealers, and buyers in making strategic, data-driven decisions.</a:t>
              </a:r>
              <a:endParaRPr lang="en-US" sz="1600" dirty="0">
                <a:latin typeface="Arial" panose="020B0604020202020204" pitchFamily="34" charset="0"/>
                <a:cs typeface="Arial" panose="020B0604020202020204" pitchFamily="34" charset="0"/>
              </a:endParaRPr>
            </a:p>
          </p:txBody>
        </p:sp>
      </p:grpSp>
      <p:sp>
        <p:nvSpPr>
          <p:cNvPr id="2" name="Rectangle 1">
            <a:extLst>
              <a:ext uri="{FF2B5EF4-FFF2-40B4-BE49-F238E27FC236}">
                <a16:creationId xmlns:a16="http://schemas.microsoft.com/office/drawing/2014/main" id="{DA8C0294-A30E-4E90-BCA1-2C724EF1E9F2}"/>
              </a:ext>
            </a:extLst>
          </p:cNvPr>
          <p:cNvSpPr/>
          <p:nvPr/>
        </p:nvSpPr>
        <p:spPr>
          <a:xfrm>
            <a:off x="89647" y="71718"/>
            <a:ext cx="12012706" cy="6678706"/>
          </a:xfrm>
          <a:prstGeom prst="rect">
            <a:avLst/>
          </a:prstGeom>
          <a:noFill/>
          <a:ln>
            <a:solidFill>
              <a:srgbClr val="FDC4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481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4B1D5-0FDE-D7DB-D35C-BC07709D98EB}"/>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39A9532C-F103-A92E-44EC-AA400067F55D}"/>
              </a:ext>
            </a:extLst>
          </p:cNvPr>
          <p:cNvSpPr/>
          <p:nvPr/>
        </p:nvSpPr>
        <p:spPr>
          <a:xfrm>
            <a:off x="0" y="0"/>
            <a:ext cx="12192000" cy="6858000"/>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 0">
            <a:extLst>
              <a:ext uri="{FF2B5EF4-FFF2-40B4-BE49-F238E27FC236}">
                <a16:creationId xmlns:a16="http://schemas.microsoft.com/office/drawing/2014/main" id="{A7701675-3342-99C0-F616-87B7615B5549}"/>
              </a:ext>
            </a:extLst>
          </p:cNvPr>
          <p:cNvSpPr/>
          <p:nvPr/>
        </p:nvSpPr>
        <p:spPr>
          <a:xfrm>
            <a:off x="950259" y="748734"/>
            <a:ext cx="12192000" cy="708779"/>
          </a:xfrm>
          <a:prstGeom prst="rect">
            <a:avLst/>
          </a:prstGeom>
          <a:noFill/>
          <a:ln/>
        </p:spPr>
        <p:txBody>
          <a:bodyPr wrap="none" lIns="0" tIns="0" rIns="0" bIns="0" rtlCol="0" anchor="t"/>
          <a:lstStyle/>
          <a:p>
            <a:pPr>
              <a:lnSpc>
                <a:spcPts val="7700"/>
              </a:lnSpc>
            </a:pPr>
            <a:r>
              <a:rPr lang="en-US" sz="48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Problem Statement</a:t>
            </a:r>
            <a:endParaRPr lang="en-US" sz="48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2" name="Text 0">
            <a:extLst>
              <a:ext uri="{FF2B5EF4-FFF2-40B4-BE49-F238E27FC236}">
                <a16:creationId xmlns:a16="http://schemas.microsoft.com/office/drawing/2014/main" id="{207B28DB-30E4-8214-D31A-52D1525F7308}"/>
              </a:ext>
            </a:extLst>
          </p:cNvPr>
          <p:cNvSpPr/>
          <p:nvPr/>
        </p:nvSpPr>
        <p:spPr>
          <a:xfrm>
            <a:off x="950259" y="47801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DC4C4"/>
                </a:solidFill>
                <a:latin typeface="Arial" panose="020B0604020202020204" pitchFamily="34" charset="0"/>
                <a:ea typeface="Instrument Sans Medium" pitchFamily="34" charset="-122"/>
                <a:cs typeface="Arial" panose="020B0604020202020204" pitchFamily="34" charset="0"/>
              </a:rPr>
              <a:t>The Challenge</a:t>
            </a:r>
            <a:endParaRPr lang="en-US" sz="2200" dirty="0">
              <a:latin typeface="Arial" panose="020B0604020202020204" pitchFamily="34" charset="0"/>
              <a:cs typeface="Arial" panose="020B0604020202020204" pitchFamily="34" charset="0"/>
            </a:endParaRPr>
          </a:p>
        </p:txBody>
      </p:sp>
      <p:sp>
        <p:nvSpPr>
          <p:cNvPr id="3" name="Shape 2">
            <a:extLst>
              <a:ext uri="{FF2B5EF4-FFF2-40B4-BE49-F238E27FC236}">
                <a16:creationId xmlns:a16="http://schemas.microsoft.com/office/drawing/2014/main" id="{1E6CECFB-33CE-1685-FE2A-A05F6D700CED}"/>
              </a:ext>
            </a:extLst>
          </p:cNvPr>
          <p:cNvSpPr/>
          <p:nvPr/>
        </p:nvSpPr>
        <p:spPr>
          <a:xfrm>
            <a:off x="950259" y="2485116"/>
            <a:ext cx="3328487" cy="3225401"/>
          </a:xfrm>
          <a:prstGeom prst="roundRect">
            <a:avLst>
              <a:gd name="adj" fmla="val 3719"/>
            </a:avLst>
          </a:prstGeom>
          <a:solidFill>
            <a:srgbClr val="242429"/>
          </a:solidFill>
          <a:ln/>
        </p:spPr>
      </p:sp>
      <p:grpSp>
        <p:nvGrpSpPr>
          <p:cNvPr id="39" name="Group 38">
            <a:extLst>
              <a:ext uri="{FF2B5EF4-FFF2-40B4-BE49-F238E27FC236}">
                <a16:creationId xmlns:a16="http://schemas.microsoft.com/office/drawing/2014/main" id="{F3DF49E0-4252-0594-F14F-9D8A1A4B010F}"/>
              </a:ext>
            </a:extLst>
          </p:cNvPr>
          <p:cNvGrpSpPr/>
          <p:nvPr/>
        </p:nvGrpSpPr>
        <p:grpSpPr>
          <a:xfrm>
            <a:off x="950259" y="2206246"/>
            <a:ext cx="3328487" cy="557837"/>
            <a:chOff x="950259" y="2206246"/>
            <a:chExt cx="3328487" cy="557837"/>
          </a:xfrm>
        </p:grpSpPr>
        <p:sp>
          <p:nvSpPr>
            <p:cNvPr id="16" name="Shape 4">
              <a:extLst>
                <a:ext uri="{FF2B5EF4-FFF2-40B4-BE49-F238E27FC236}">
                  <a16:creationId xmlns:a16="http://schemas.microsoft.com/office/drawing/2014/main" id="{1D904B63-E72D-B386-B534-B9B4FEFB666A}"/>
                </a:ext>
              </a:extLst>
            </p:cNvPr>
            <p:cNvSpPr/>
            <p:nvPr/>
          </p:nvSpPr>
          <p:spPr>
            <a:xfrm>
              <a:off x="2344597" y="2206246"/>
              <a:ext cx="539716" cy="557837"/>
            </a:xfrm>
            <a:prstGeom prst="roundRect">
              <a:avLst>
                <a:gd name="adj" fmla="val 134383"/>
              </a:avLst>
            </a:prstGeom>
            <a:solidFill>
              <a:srgbClr val="FDC4C4"/>
            </a:solidFill>
            <a:ln/>
          </p:spPr>
        </p:sp>
        <p:grpSp>
          <p:nvGrpSpPr>
            <p:cNvPr id="37" name="Group 36">
              <a:extLst>
                <a:ext uri="{FF2B5EF4-FFF2-40B4-BE49-F238E27FC236}">
                  <a16:creationId xmlns:a16="http://schemas.microsoft.com/office/drawing/2014/main" id="{97D9BBA0-D5D4-5D33-E9A4-E480565C3A0F}"/>
                </a:ext>
              </a:extLst>
            </p:cNvPr>
            <p:cNvGrpSpPr/>
            <p:nvPr/>
          </p:nvGrpSpPr>
          <p:grpSpPr>
            <a:xfrm>
              <a:off x="950259" y="2255948"/>
              <a:ext cx="3328487" cy="409068"/>
              <a:chOff x="950259" y="2255948"/>
              <a:chExt cx="3328487" cy="409068"/>
            </a:xfrm>
          </p:grpSpPr>
          <p:sp>
            <p:nvSpPr>
              <p:cNvPr id="5" name="Shape 3">
                <a:extLst>
                  <a:ext uri="{FF2B5EF4-FFF2-40B4-BE49-F238E27FC236}">
                    <a16:creationId xmlns:a16="http://schemas.microsoft.com/office/drawing/2014/main" id="{19652C2C-019B-A4A9-A961-15C000A1E61D}"/>
                  </a:ext>
                </a:extLst>
              </p:cNvPr>
              <p:cNvSpPr/>
              <p:nvPr/>
            </p:nvSpPr>
            <p:spPr>
              <a:xfrm>
                <a:off x="950259" y="2460128"/>
                <a:ext cx="3328487" cy="99952"/>
              </a:xfrm>
              <a:prstGeom prst="roundRect">
                <a:avLst>
                  <a:gd name="adj" fmla="val 27907"/>
                </a:avLst>
              </a:prstGeom>
              <a:solidFill>
                <a:srgbClr val="FDC4C4"/>
              </a:solidFill>
              <a:ln/>
            </p:spPr>
          </p:sp>
          <p:pic>
            <p:nvPicPr>
              <p:cNvPr id="17" name="Image 0" descr="preencoded.png">
                <a:extLst>
                  <a:ext uri="{FF2B5EF4-FFF2-40B4-BE49-F238E27FC236}">
                    <a16:creationId xmlns:a16="http://schemas.microsoft.com/office/drawing/2014/main" id="{DFC00C6F-E915-E3B0-B7CF-52732FBFCC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25421" y="2255948"/>
                <a:ext cx="395780" cy="409068"/>
              </a:xfrm>
              <a:prstGeom prst="rect">
                <a:avLst/>
              </a:prstGeom>
            </p:spPr>
          </p:pic>
        </p:grpSp>
      </p:grpSp>
      <p:grpSp>
        <p:nvGrpSpPr>
          <p:cNvPr id="6" name="Group 5">
            <a:extLst>
              <a:ext uri="{FF2B5EF4-FFF2-40B4-BE49-F238E27FC236}">
                <a16:creationId xmlns:a16="http://schemas.microsoft.com/office/drawing/2014/main" id="{0B2648BE-CE7A-A77C-2251-1BF06D651BD7}"/>
              </a:ext>
            </a:extLst>
          </p:cNvPr>
          <p:cNvGrpSpPr/>
          <p:nvPr/>
        </p:nvGrpSpPr>
        <p:grpSpPr>
          <a:xfrm>
            <a:off x="1036147" y="2949932"/>
            <a:ext cx="2928976" cy="2647659"/>
            <a:chOff x="1125951" y="2949932"/>
            <a:chExt cx="2928976" cy="2647659"/>
          </a:xfrm>
        </p:grpSpPr>
        <p:sp>
          <p:nvSpPr>
            <p:cNvPr id="18" name="Text 5">
              <a:extLst>
                <a:ext uri="{FF2B5EF4-FFF2-40B4-BE49-F238E27FC236}">
                  <a16:creationId xmlns:a16="http://schemas.microsoft.com/office/drawing/2014/main" id="{F9833D7D-8327-C9CA-C2A4-500DB7EA181A}"/>
                </a:ext>
              </a:extLst>
            </p:cNvPr>
            <p:cNvSpPr/>
            <p:nvPr/>
          </p:nvSpPr>
          <p:spPr>
            <a:xfrm>
              <a:off x="1154341" y="2949932"/>
              <a:ext cx="2900586" cy="290485"/>
            </a:xfrm>
            <a:prstGeom prst="rect">
              <a:avLst/>
            </a:prstGeom>
            <a:noFill/>
            <a:ln/>
          </p:spPr>
          <p:txBody>
            <a:bodyPr wrap="none" lIns="0" tIns="0" rIns="0" bIns="0" rtlCol="0" anchor="t"/>
            <a:lstStyle/>
            <a:p>
              <a:pPr marL="0" indent="0" algn="l">
                <a:lnSpc>
                  <a:spcPts val="2750"/>
                </a:lnSpc>
                <a:buNone/>
              </a:pPr>
              <a:r>
                <a:rPr lang="en-US"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Complex Prediction Factors</a:t>
              </a:r>
              <a:endParaRPr lang="en-US"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19" name="Text 6">
              <a:extLst>
                <a:ext uri="{FF2B5EF4-FFF2-40B4-BE49-F238E27FC236}">
                  <a16:creationId xmlns:a16="http://schemas.microsoft.com/office/drawing/2014/main" id="{6629EAA9-F5C3-0831-58D7-61FF6AD91F10}"/>
                </a:ext>
              </a:extLst>
            </p:cNvPr>
            <p:cNvSpPr/>
            <p:nvPr/>
          </p:nvSpPr>
          <p:spPr>
            <a:xfrm>
              <a:off x="1125951" y="3642468"/>
              <a:ext cx="2640311" cy="1955123"/>
            </a:xfrm>
            <a:prstGeom prst="rect">
              <a:avLst/>
            </a:prstGeom>
            <a:noFill/>
            <a:ln/>
          </p:spPr>
          <p:txBody>
            <a:bodyPr wrap="square" lIns="0" tIns="0" rIns="0" bIns="0" rtlCol="0" anchor="t"/>
            <a:lstStyle/>
            <a:p>
              <a:pPr marL="342900" indent="-342900" algn="l">
                <a:buSzPct val="100000"/>
                <a:buChar char="•"/>
              </a:pPr>
              <a:r>
                <a:rPr lang="en-US" sz="1400" dirty="0">
                  <a:solidFill>
                    <a:srgbClr val="C7CDD6"/>
                  </a:solidFill>
                  <a:latin typeface="Arial" panose="020B0604020202020204" pitchFamily="34" charset="0"/>
                  <a:ea typeface="Inter" pitchFamily="34" charset="-122"/>
                  <a:cs typeface="Arial" panose="020B0604020202020204" pitchFamily="34" charset="0"/>
                </a:rPr>
                <a:t>Predicting car prices and sales involves multiple, interacting factors.</a:t>
              </a:r>
              <a:br>
                <a:rPr lang="en-US" sz="1400" dirty="0">
                  <a:solidFill>
                    <a:srgbClr val="C7CDD6"/>
                  </a:solidFill>
                  <a:latin typeface="Arial" panose="020B0604020202020204" pitchFamily="34" charset="0"/>
                  <a:ea typeface="Inter" pitchFamily="34" charset="-122"/>
                  <a:cs typeface="Arial" panose="020B0604020202020204" pitchFamily="34" charset="0"/>
                </a:rPr>
              </a:br>
              <a:endParaRPr lang="en-US" sz="1400" dirty="0">
                <a:solidFill>
                  <a:srgbClr val="C7CDD6"/>
                </a:solidFill>
                <a:latin typeface="Arial" panose="020B0604020202020204" pitchFamily="34" charset="0"/>
                <a:ea typeface="Inter" pitchFamily="34" charset="-122"/>
                <a:cs typeface="Arial" panose="020B0604020202020204" pitchFamily="34" charset="0"/>
              </a:endParaRPr>
            </a:p>
            <a:p>
              <a:pPr marL="342900" indent="-342900">
                <a:buSzPct val="100000"/>
                <a:buFontTx/>
                <a:buChar char="•"/>
              </a:pPr>
              <a:r>
                <a:rPr lang="en-US" sz="1400" dirty="0">
                  <a:solidFill>
                    <a:srgbClr val="C7CDD6"/>
                  </a:solidFill>
                  <a:latin typeface="Arial" panose="020B0604020202020204" pitchFamily="34" charset="0"/>
                  <a:ea typeface="Inter" pitchFamily="34" charset="-122"/>
                  <a:cs typeface="Arial" panose="020B0604020202020204" pitchFamily="34" charset="0"/>
                </a:rPr>
                <a:t>These include manufacturer, model, vehicle specifications, sales numbers, and shifting market trends.</a:t>
              </a:r>
              <a:endParaRPr lang="en-US" sz="1400" dirty="0">
                <a:latin typeface="Arial" panose="020B0604020202020204" pitchFamily="34" charset="0"/>
                <a:cs typeface="Arial" panose="020B0604020202020204" pitchFamily="34" charset="0"/>
              </a:endParaRPr>
            </a:p>
          </p:txBody>
        </p:sp>
      </p:grpSp>
      <p:sp>
        <p:nvSpPr>
          <p:cNvPr id="20" name="Text 7">
            <a:extLst>
              <a:ext uri="{FF2B5EF4-FFF2-40B4-BE49-F238E27FC236}">
                <a16:creationId xmlns:a16="http://schemas.microsoft.com/office/drawing/2014/main" id="{1D571625-94F0-D8B5-355B-B8D7D1DCC4FF}"/>
              </a:ext>
            </a:extLst>
          </p:cNvPr>
          <p:cNvSpPr/>
          <p:nvPr/>
        </p:nvSpPr>
        <p:spPr>
          <a:xfrm>
            <a:off x="1154341" y="4309531"/>
            <a:ext cx="2920323" cy="1190052"/>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21" name="Shape 8">
            <a:extLst>
              <a:ext uri="{FF2B5EF4-FFF2-40B4-BE49-F238E27FC236}">
                <a16:creationId xmlns:a16="http://schemas.microsoft.com/office/drawing/2014/main" id="{5B8B88E2-7182-FDBF-A5D6-21D6C4272C88}"/>
              </a:ext>
            </a:extLst>
          </p:cNvPr>
          <p:cNvSpPr/>
          <p:nvPr/>
        </p:nvSpPr>
        <p:spPr>
          <a:xfrm>
            <a:off x="4458651" y="2485116"/>
            <a:ext cx="3328487" cy="3225401"/>
          </a:xfrm>
          <a:prstGeom prst="roundRect">
            <a:avLst>
              <a:gd name="adj" fmla="val 3719"/>
            </a:avLst>
          </a:prstGeom>
          <a:solidFill>
            <a:srgbClr val="242429"/>
          </a:solidFill>
          <a:ln/>
        </p:spPr>
      </p:sp>
      <p:grpSp>
        <p:nvGrpSpPr>
          <p:cNvPr id="38" name="Group 37">
            <a:extLst>
              <a:ext uri="{FF2B5EF4-FFF2-40B4-BE49-F238E27FC236}">
                <a16:creationId xmlns:a16="http://schemas.microsoft.com/office/drawing/2014/main" id="{D43DBD66-90C5-531F-153D-B2C8D1A0B3AE}"/>
              </a:ext>
            </a:extLst>
          </p:cNvPr>
          <p:cNvGrpSpPr/>
          <p:nvPr/>
        </p:nvGrpSpPr>
        <p:grpSpPr>
          <a:xfrm>
            <a:off x="4548301" y="2206246"/>
            <a:ext cx="3328487" cy="557837"/>
            <a:chOff x="4458651" y="2206246"/>
            <a:chExt cx="3328487" cy="557837"/>
          </a:xfrm>
        </p:grpSpPr>
        <p:sp>
          <p:nvSpPr>
            <p:cNvPr id="22" name="Shape 9">
              <a:extLst>
                <a:ext uri="{FF2B5EF4-FFF2-40B4-BE49-F238E27FC236}">
                  <a16:creationId xmlns:a16="http://schemas.microsoft.com/office/drawing/2014/main" id="{AE3D6569-2F45-A0C6-2011-2CEA4AD34832}"/>
                </a:ext>
              </a:extLst>
            </p:cNvPr>
            <p:cNvSpPr/>
            <p:nvPr/>
          </p:nvSpPr>
          <p:spPr>
            <a:xfrm>
              <a:off x="4458651" y="2460128"/>
              <a:ext cx="3328487" cy="99952"/>
            </a:xfrm>
            <a:prstGeom prst="roundRect">
              <a:avLst>
                <a:gd name="adj" fmla="val 27907"/>
              </a:avLst>
            </a:prstGeom>
            <a:solidFill>
              <a:srgbClr val="FDC4C4"/>
            </a:solidFill>
            <a:ln/>
          </p:spPr>
        </p:sp>
        <p:sp>
          <p:nvSpPr>
            <p:cNvPr id="23" name="Shape 10">
              <a:extLst>
                <a:ext uri="{FF2B5EF4-FFF2-40B4-BE49-F238E27FC236}">
                  <a16:creationId xmlns:a16="http://schemas.microsoft.com/office/drawing/2014/main" id="{D3BC0F34-8325-FEA8-8ACE-C8A1429DD520}"/>
                </a:ext>
              </a:extLst>
            </p:cNvPr>
            <p:cNvSpPr/>
            <p:nvPr/>
          </p:nvSpPr>
          <p:spPr>
            <a:xfrm>
              <a:off x="5852989" y="2206246"/>
              <a:ext cx="539716" cy="557837"/>
            </a:xfrm>
            <a:prstGeom prst="roundRect">
              <a:avLst>
                <a:gd name="adj" fmla="val 134383"/>
              </a:avLst>
            </a:prstGeom>
            <a:solidFill>
              <a:srgbClr val="FDC4C4"/>
            </a:solidFill>
            <a:ln/>
          </p:spPr>
        </p:sp>
        <p:pic>
          <p:nvPicPr>
            <p:cNvPr id="24" name="Image 1" descr="preencoded.png">
              <a:extLst>
                <a:ext uri="{FF2B5EF4-FFF2-40B4-BE49-F238E27FC236}">
                  <a16:creationId xmlns:a16="http://schemas.microsoft.com/office/drawing/2014/main" id="{4F3B691D-C275-7ABA-F9DF-BE63B22B808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43834" y="2254551"/>
              <a:ext cx="377756" cy="390438"/>
            </a:xfrm>
            <a:prstGeom prst="rect">
              <a:avLst/>
            </a:prstGeom>
          </p:spPr>
        </p:pic>
      </p:grpSp>
      <p:grpSp>
        <p:nvGrpSpPr>
          <p:cNvPr id="8" name="Group 7">
            <a:extLst>
              <a:ext uri="{FF2B5EF4-FFF2-40B4-BE49-F238E27FC236}">
                <a16:creationId xmlns:a16="http://schemas.microsoft.com/office/drawing/2014/main" id="{2906AB37-5173-B129-3314-758F6FAC3AFD}"/>
              </a:ext>
            </a:extLst>
          </p:cNvPr>
          <p:cNvGrpSpPr/>
          <p:nvPr/>
        </p:nvGrpSpPr>
        <p:grpSpPr>
          <a:xfrm>
            <a:off x="4736209" y="2949932"/>
            <a:ext cx="2983735" cy="2267528"/>
            <a:chOff x="4662733" y="2949932"/>
            <a:chExt cx="2983735" cy="2267528"/>
          </a:xfrm>
        </p:grpSpPr>
        <p:sp>
          <p:nvSpPr>
            <p:cNvPr id="25" name="Text 11">
              <a:extLst>
                <a:ext uri="{FF2B5EF4-FFF2-40B4-BE49-F238E27FC236}">
                  <a16:creationId xmlns:a16="http://schemas.microsoft.com/office/drawing/2014/main" id="{71C95DB6-FA1B-421C-1CCC-4AD4631E4EFF}"/>
                </a:ext>
              </a:extLst>
            </p:cNvPr>
            <p:cNvSpPr/>
            <p:nvPr/>
          </p:nvSpPr>
          <p:spPr>
            <a:xfrm>
              <a:off x="4662733" y="2949932"/>
              <a:ext cx="2861111" cy="290485"/>
            </a:xfrm>
            <a:prstGeom prst="rect">
              <a:avLst/>
            </a:prstGeom>
            <a:noFill/>
            <a:ln/>
          </p:spPr>
          <p:txBody>
            <a:bodyPr wrap="none" lIns="0" tIns="0" rIns="0" bIns="0" rtlCol="0" anchor="t"/>
            <a:lstStyle/>
            <a:p>
              <a:pPr marL="0" indent="0" algn="l">
                <a:lnSpc>
                  <a:spcPts val="2750"/>
                </a:lnSpc>
                <a:buNone/>
              </a:pPr>
              <a:r>
                <a:rPr lang="en-US"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Subjective Pricing Methods</a:t>
              </a:r>
              <a:endParaRPr lang="en-US"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26" name="Text 12">
              <a:extLst>
                <a:ext uri="{FF2B5EF4-FFF2-40B4-BE49-F238E27FC236}">
                  <a16:creationId xmlns:a16="http://schemas.microsoft.com/office/drawing/2014/main" id="{40E623C0-F244-77D9-07B9-18BE938ECD00}"/>
                </a:ext>
              </a:extLst>
            </p:cNvPr>
            <p:cNvSpPr/>
            <p:nvPr/>
          </p:nvSpPr>
          <p:spPr>
            <a:xfrm>
              <a:off x="4726145" y="3642468"/>
              <a:ext cx="2920323" cy="1574992"/>
            </a:xfrm>
            <a:prstGeom prst="rect">
              <a:avLst/>
            </a:prstGeom>
            <a:noFill/>
            <a:ln/>
          </p:spPr>
          <p:txBody>
            <a:bodyPr wrap="square" lIns="0" tIns="0" rIns="0" bIns="0" rtlCol="0" anchor="t"/>
            <a:lstStyle/>
            <a:p>
              <a:pPr marL="342900" indent="-342900" algn="l">
                <a:buSzPct val="100000"/>
                <a:buChar char="•"/>
              </a:pPr>
              <a:r>
                <a:rPr lang="en-US" sz="1400" dirty="0">
                  <a:solidFill>
                    <a:srgbClr val="C7CDD6"/>
                  </a:solidFill>
                  <a:latin typeface="Arial" panose="020B0604020202020204" pitchFamily="34" charset="0"/>
                  <a:ea typeface="Inter" pitchFamily="34" charset="-122"/>
                  <a:cs typeface="Arial" panose="020B0604020202020204" pitchFamily="34" charset="0"/>
                </a:rPr>
                <a:t>Traditional and manual pricing methods are often subjective and inconsistent.</a:t>
              </a:r>
            </a:p>
            <a:p>
              <a:pPr algn="l">
                <a:buSzPct val="100000"/>
              </a:pPr>
              <a:endParaRPr lang="en-US" sz="1400" dirty="0">
                <a:solidFill>
                  <a:srgbClr val="C7CDD6"/>
                </a:solidFill>
                <a:latin typeface="Arial" panose="020B0604020202020204" pitchFamily="34" charset="0"/>
                <a:ea typeface="Inter" pitchFamily="34" charset="-122"/>
                <a:cs typeface="Arial" panose="020B0604020202020204" pitchFamily="34" charset="0"/>
              </a:endParaRPr>
            </a:p>
            <a:p>
              <a:pPr marL="342900" indent="-342900">
                <a:buSzPct val="100000"/>
                <a:buFontTx/>
                <a:buChar char="•"/>
              </a:pPr>
              <a:r>
                <a:rPr lang="en-US" sz="1400" dirty="0">
                  <a:solidFill>
                    <a:srgbClr val="C7CDD6"/>
                  </a:solidFill>
                  <a:latin typeface="Arial" panose="020B0604020202020204" pitchFamily="34" charset="0"/>
                  <a:ea typeface="Inter" pitchFamily="34" charset="-122"/>
                  <a:cs typeface="Arial" panose="020B0604020202020204" pitchFamily="34" charset="0"/>
                </a:rPr>
                <a:t>This leads to error-prone predictions and unreliable sales forecasts.</a:t>
              </a:r>
              <a:endParaRPr lang="en-US" sz="1400" dirty="0">
                <a:latin typeface="Arial" panose="020B0604020202020204" pitchFamily="34" charset="0"/>
                <a:cs typeface="Arial" panose="020B0604020202020204" pitchFamily="34" charset="0"/>
              </a:endParaRPr>
            </a:p>
            <a:p>
              <a:pPr marL="342900" indent="-342900" algn="l">
                <a:buSzPct val="100000"/>
                <a:buChar char="•"/>
              </a:pPr>
              <a:endParaRPr lang="en-US" sz="1400" dirty="0">
                <a:latin typeface="Arial" panose="020B0604020202020204" pitchFamily="34" charset="0"/>
                <a:cs typeface="Arial" panose="020B0604020202020204" pitchFamily="34" charset="0"/>
              </a:endParaRPr>
            </a:p>
          </p:txBody>
        </p:sp>
      </p:grpSp>
      <p:sp>
        <p:nvSpPr>
          <p:cNvPr id="28" name="Shape 14">
            <a:extLst>
              <a:ext uri="{FF2B5EF4-FFF2-40B4-BE49-F238E27FC236}">
                <a16:creationId xmlns:a16="http://schemas.microsoft.com/office/drawing/2014/main" id="{8BA151AD-E197-D4F1-903A-E97CBF197DE1}"/>
              </a:ext>
            </a:extLst>
          </p:cNvPr>
          <p:cNvSpPr/>
          <p:nvPr/>
        </p:nvSpPr>
        <p:spPr>
          <a:xfrm>
            <a:off x="7967042" y="2485116"/>
            <a:ext cx="3328487" cy="3225401"/>
          </a:xfrm>
          <a:prstGeom prst="roundRect">
            <a:avLst>
              <a:gd name="adj" fmla="val 3719"/>
            </a:avLst>
          </a:prstGeom>
          <a:solidFill>
            <a:srgbClr val="242429"/>
          </a:solidFill>
          <a:ln/>
        </p:spPr>
      </p:sp>
      <p:grpSp>
        <p:nvGrpSpPr>
          <p:cNvPr id="40" name="Group 39">
            <a:extLst>
              <a:ext uri="{FF2B5EF4-FFF2-40B4-BE49-F238E27FC236}">
                <a16:creationId xmlns:a16="http://schemas.microsoft.com/office/drawing/2014/main" id="{41D72E62-74DF-8BDD-0F43-EB2DB298E022}"/>
              </a:ext>
            </a:extLst>
          </p:cNvPr>
          <p:cNvGrpSpPr/>
          <p:nvPr/>
        </p:nvGrpSpPr>
        <p:grpSpPr>
          <a:xfrm>
            <a:off x="8128412" y="2206246"/>
            <a:ext cx="3328487" cy="557837"/>
            <a:chOff x="8128412" y="2206246"/>
            <a:chExt cx="3328487" cy="557837"/>
          </a:xfrm>
        </p:grpSpPr>
        <p:sp>
          <p:nvSpPr>
            <p:cNvPr id="30" name="Shape 16">
              <a:extLst>
                <a:ext uri="{FF2B5EF4-FFF2-40B4-BE49-F238E27FC236}">
                  <a16:creationId xmlns:a16="http://schemas.microsoft.com/office/drawing/2014/main" id="{B1F2F0B0-A2A8-C8D7-C8C5-3805E28D09FA}"/>
                </a:ext>
              </a:extLst>
            </p:cNvPr>
            <p:cNvSpPr/>
            <p:nvPr/>
          </p:nvSpPr>
          <p:spPr>
            <a:xfrm>
              <a:off x="9361381" y="2206246"/>
              <a:ext cx="539716" cy="557837"/>
            </a:xfrm>
            <a:prstGeom prst="roundRect">
              <a:avLst>
                <a:gd name="adj" fmla="val 134383"/>
              </a:avLst>
            </a:prstGeom>
            <a:solidFill>
              <a:srgbClr val="FDC4C4"/>
            </a:solidFill>
            <a:ln/>
          </p:spPr>
        </p:sp>
        <p:grpSp>
          <p:nvGrpSpPr>
            <p:cNvPr id="36" name="Group 35">
              <a:extLst>
                <a:ext uri="{FF2B5EF4-FFF2-40B4-BE49-F238E27FC236}">
                  <a16:creationId xmlns:a16="http://schemas.microsoft.com/office/drawing/2014/main" id="{D3050748-F747-1D4A-9F28-D6C60E36504B}"/>
                </a:ext>
              </a:extLst>
            </p:cNvPr>
            <p:cNvGrpSpPr/>
            <p:nvPr/>
          </p:nvGrpSpPr>
          <p:grpSpPr>
            <a:xfrm>
              <a:off x="8128412" y="2337859"/>
              <a:ext cx="3328487" cy="298269"/>
              <a:chOff x="7967042" y="2337859"/>
              <a:chExt cx="3328487" cy="298269"/>
            </a:xfrm>
          </p:grpSpPr>
          <p:sp>
            <p:nvSpPr>
              <p:cNvPr id="29" name="Shape 15">
                <a:extLst>
                  <a:ext uri="{FF2B5EF4-FFF2-40B4-BE49-F238E27FC236}">
                    <a16:creationId xmlns:a16="http://schemas.microsoft.com/office/drawing/2014/main" id="{321DEA6D-33EE-D40B-5673-8102D13928E6}"/>
                  </a:ext>
                </a:extLst>
              </p:cNvPr>
              <p:cNvSpPr/>
              <p:nvPr/>
            </p:nvSpPr>
            <p:spPr>
              <a:xfrm>
                <a:off x="7967042" y="2460128"/>
                <a:ext cx="3328487" cy="99952"/>
              </a:xfrm>
              <a:prstGeom prst="roundRect">
                <a:avLst>
                  <a:gd name="adj" fmla="val 27907"/>
                </a:avLst>
              </a:prstGeom>
              <a:solidFill>
                <a:srgbClr val="FDC4C4"/>
              </a:solidFill>
              <a:ln/>
            </p:spPr>
          </p:sp>
          <p:pic>
            <p:nvPicPr>
              <p:cNvPr id="31" name="Image 2" descr="preencoded.png">
                <a:extLst>
                  <a:ext uri="{FF2B5EF4-FFF2-40B4-BE49-F238E27FC236}">
                    <a16:creationId xmlns:a16="http://schemas.microsoft.com/office/drawing/2014/main" id="{A1CE8325-3190-0FD6-25D2-8F6E4D9675C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25595" y="2337859"/>
                <a:ext cx="288580" cy="298269"/>
              </a:xfrm>
              <a:prstGeom prst="rect">
                <a:avLst/>
              </a:prstGeom>
            </p:spPr>
          </p:pic>
        </p:grpSp>
      </p:grpSp>
      <p:grpSp>
        <p:nvGrpSpPr>
          <p:cNvPr id="7" name="Group 6">
            <a:extLst>
              <a:ext uri="{FF2B5EF4-FFF2-40B4-BE49-F238E27FC236}">
                <a16:creationId xmlns:a16="http://schemas.microsoft.com/office/drawing/2014/main" id="{CDF90A35-3DAF-71F4-7F82-0D81ECF5FA2A}"/>
              </a:ext>
            </a:extLst>
          </p:cNvPr>
          <p:cNvGrpSpPr/>
          <p:nvPr/>
        </p:nvGrpSpPr>
        <p:grpSpPr>
          <a:xfrm>
            <a:off x="8276350" y="2949932"/>
            <a:ext cx="3589075" cy="2647660"/>
            <a:chOff x="8145726" y="2949932"/>
            <a:chExt cx="3589075" cy="2647660"/>
          </a:xfrm>
        </p:grpSpPr>
        <p:sp>
          <p:nvSpPr>
            <p:cNvPr id="32" name="Text 17">
              <a:extLst>
                <a:ext uri="{FF2B5EF4-FFF2-40B4-BE49-F238E27FC236}">
                  <a16:creationId xmlns:a16="http://schemas.microsoft.com/office/drawing/2014/main" id="{A13FA8A6-28C6-2B34-98F1-D99A46343315}"/>
                </a:ext>
              </a:extLst>
            </p:cNvPr>
            <p:cNvSpPr/>
            <p:nvPr/>
          </p:nvSpPr>
          <p:spPr>
            <a:xfrm>
              <a:off x="8171125" y="2949932"/>
              <a:ext cx="3563676" cy="479068"/>
            </a:xfrm>
            <a:prstGeom prst="rect">
              <a:avLst/>
            </a:prstGeom>
            <a:noFill/>
            <a:ln/>
          </p:spPr>
          <p:txBody>
            <a:bodyPr wrap="square" lIns="0" tIns="0" rIns="0" bIns="0" rtlCol="0" anchor="t"/>
            <a:lstStyle/>
            <a:p>
              <a:pPr marL="0" indent="0" algn="l">
                <a:lnSpc>
                  <a:spcPts val="2750"/>
                </a:lnSpc>
                <a:buNone/>
              </a:pPr>
              <a:r>
                <a:rPr lang="en-US"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Automated Solution Required</a:t>
              </a:r>
              <a:endParaRPr lang="en-US"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33" name="Text 18">
              <a:extLst>
                <a:ext uri="{FF2B5EF4-FFF2-40B4-BE49-F238E27FC236}">
                  <a16:creationId xmlns:a16="http://schemas.microsoft.com/office/drawing/2014/main" id="{E463E7E1-AC71-1225-0050-A9A2CEE3B096}"/>
                </a:ext>
              </a:extLst>
            </p:cNvPr>
            <p:cNvSpPr/>
            <p:nvPr/>
          </p:nvSpPr>
          <p:spPr>
            <a:xfrm>
              <a:off x="8145726" y="3645264"/>
              <a:ext cx="2891933" cy="1952328"/>
            </a:xfrm>
            <a:prstGeom prst="rect">
              <a:avLst/>
            </a:prstGeom>
            <a:noFill/>
            <a:ln/>
          </p:spPr>
          <p:txBody>
            <a:bodyPr wrap="square" lIns="0" tIns="0" rIns="0" bIns="0" rtlCol="0" anchor="t"/>
            <a:lstStyle/>
            <a:p>
              <a:pPr marL="342900" indent="-342900" algn="l">
                <a:buSzPct val="100000"/>
                <a:buChar char="•"/>
              </a:pPr>
              <a:r>
                <a:rPr lang="en-US" sz="1400" dirty="0">
                  <a:solidFill>
                    <a:srgbClr val="C7CDD6"/>
                  </a:solidFill>
                  <a:latin typeface="Arial" panose="020B0604020202020204" pitchFamily="34" charset="0"/>
                  <a:ea typeface="Inter" pitchFamily="34" charset="-122"/>
                  <a:cs typeface="Arial" panose="020B0604020202020204" pitchFamily="34" charset="0"/>
                </a:rPr>
                <a:t>Automated machine learning models can process structured automobile data.</a:t>
              </a:r>
            </a:p>
            <a:p>
              <a:pPr algn="l">
                <a:buSzPct val="100000"/>
              </a:pPr>
              <a:endParaRPr lang="en-US" sz="1400" dirty="0">
                <a:solidFill>
                  <a:srgbClr val="C7CDD6"/>
                </a:solidFill>
                <a:latin typeface="Arial" panose="020B0604020202020204" pitchFamily="34" charset="0"/>
                <a:ea typeface="Inter" pitchFamily="34" charset="-122"/>
                <a:cs typeface="Arial" panose="020B0604020202020204" pitchFamily="34" charset="0"/>
              </a:endParaRPr>
            </a:p>
            <a:p>
              <a:pPr marL="342900" indent="-342900">
                <a:buSzPct val="100000"/>
                <a:buFontTx/>
                <a:buChar char="•"/>
              </a:pPr>
              <a:r>
                <a:rPr lang="en-US" sz="1400" dirty="0">
                  <a:solidFill>
                    <a:srgbClr val="C7CDD6"/>
                  </a:solidFill>
                  <a:latin typeface="Arial" panose="020B0604020202020204" pitchFamily="34" charset="0"/>
                  <a:ea typeface="Inter" pitchFamily="34" charset="-122"/>
                  <a:cs typeface="Arial" panose="020B0604020202020204" pitchFamily="34" charset="0"/>
                </a:rPr>
                <a:t>This enables reliable price prediction for sales operations and strategic planning.</a:t>
              </a:r>
              <a:endParaRPr lang="en-US" sz="1400" dirty="0">
                <a:latin typeface="Arial" panose="020B0604020202020204" pitchFamily="34" charset="0"/>
                <a:cs typeface="Arial" panose="020B0604020202020204" pitchFamily="34" charset="0"/>
              </a:endParaRPr>
            </a:p>
            <a:p>
              <a:pPr marL="342900" indent="-342900" algn="l">
                <a:buSzPct val="100000"/>
                <a:buChar char="•"/>
              </a:pPr>
              <a:endParaRPr lang="en-US" sz="1400" dirty="0">
                <a:latin typeface="Arial" panose="020B0604020202020204" pitchFamily="34" charset="0"/>
                <a:cs typeface="Arial" panose="020B0604020202020204" pitchFamily="34" charset="0"/>
              </a:endParaRPr>
            </a:p>
          </p:txBody>
        </p:sp>
      </p:grpSp>
      <p:sp>
        <p:nvSpPr>
          <p:cNvPr id="41" name="Rectangle 40">
            <a:extLst>
              <a:ext uri="{FF2B5EF4-FFF2-40B4-BE49-F238E27FC236}">
                <a16:creationId xmlns:a16="http://schemas.microsoft.com/office/drawing/2014/main" id="{05E7719B-0BAA-9BA2-E0A9-FA65FEFC115C}"/>
              </a:ext>
            </a:extLst>
          </p:cNvPr>
          <p:cNvSpPr/>
          <p:nvPr/>
        </p:nvSpPr>
        <p:spPr>
          <a:xfrm>
            <a:off x="89647" y="71718"/>
            <a:ext cx="12012706" cy="6678706"/>
          </a:xfrm>
          <a:prstGeom prst="rect">
            <a:avLst/>
          </a:prstGeom>
          <a:noFill/>
          <a:ln>
            <a:solidFill>
              <a:srgbClr val="FDC4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18622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69CE2-7503-F57E-BA19-58EBEDECEB0F}"/>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29FBFEFA-4BD7-307F-ED82-A2B0B11B7C81}"/>
              </a:ext>
            </a:extLst>
          </p:cNvPr>
          <p:cNvSpPr/>
          <p:nvPr/>
        </p:nvSpPr>
        <p:spPr>
          <a:xfrm>
            <a:off x="0" y="0"/>
            <a:ext cx="12192000" cy="6858000"/>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 0">
            <a:extLst>
              <a:ext uri="{FF2B5EF4-FFF2-40B4-BE49-F238E27FC236}">
                <a16:creationId xmlns:a16="http://schemas.microsoft.com/office/drawing/2014/main" id="{CA04E2AC-A47F-E27B-04DE-FE466C9C0CBA}"/>
              </a:ext>
            </a:extLst>
          </p:cNvPr>
          <p:cNvSpPr/>
          <p:nvPr/>
        </p:nvSpPr>
        <p:spPr>
          <a:xfrm>
            <a:off x="950259" y="748734"/>
            <a:ext cx="5646484" cy="708779"/>
          </a:xfrm>
          <a:prstGeom prst="rect">
            <a:avLst/>
          </a:prstGeom>
          <a:noFill/>
          <a:ln/>
        </p:spPr>
        <p:txBody>
          <a:bodyPr wrap="none" lIns="0" tIns="0" rIns="0" bIns="0" rtlCol="0" anchor="t"/>
          <a:lstStyle/>
          <a:p>
            <a:pPr>
              <a:lnSpc>
                <a:spcPts val="7350"/>
              </a:lnSpc>
            </a:pPr>
            <a:r>
              <a:rPr lang="en-US" sz="48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Proposed Method</a:t>
            </a:r>
            <a:endParaRPr lang="en-US" sz="48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2" name="Text 0">
            <a:extLst>
              <a:ext uri="{FF2B5EF4-FFF2-40B4-BE49-F238E27FC236}">
                <a16:creationId xmlns:a16="http://schemas.microsoft.com/office/drawing/2014/main" id="{8AE57649-F06C-E193-7858-AA6656861A03}"/>
              </a:ext>
            </a:extLst>
          </p:cNvPr>
          <p:cNvSpPr/>
          <p:nvPr/>
        </p:nvSpPr>
        <p:spPr>
          <a:xfrm>
            <a:off x="950259" y="478015"/>
            <a:ext cx="2835235" cy="354330"/>
          </a:xfrm>
          <a:prstGeom prst="rect">
            <a:avLst/>
          </a:prstGeom>
          <a:noFill/>
          <a:ln/>
        </p:spPr>
        <p:txBody>
          <a:bodyPr wrap="none" lIns="0" tIns="0" rIns="0" bIns="0" rtlCol="0" anchor="t"/>
          <a:lstStyle/>
          <a:p>
            <a:pPr>
              <a:lnSpc>
                <a:spcPts val="2650"/>
              </a:lnSpc>
            </a:pPr>
            <a:r>
              <a:rPr lang="en-US" sz="2400" dirty="0">
                <a:solidFill>
                  <a:srgbClr val="FDC4C4"/>
                </a:solidFill>
                <a:latin typeface="Arial" panose="020B0604020202020204" pitchFamily="34" charset="0"/>
                <a:ea typeface="Instrument Sans Medium" pitchFamily="34" charset="-122"/>
                <a:cs typeface="Arial" panose="020B0604020202020204" pitchFamily="34" charset="0"/>
              </a:rPr>
              <a:t>Our Approach</a:t>
            </a:r>
            <a:endParaRPr lang="en-US" sz="2400" dirty="0">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EDCC4C78-CE10-C613-7E5F-2E2CA87C1E79}"/>
              </a:ext>
            </a:extLst>
          </p:cNvPr>
          <p:cNvGrpSpPr/>
          <p:nvPr/>
        </p:nvGrpSpPr>
        <p:grpSpPr>
          <a:xfrm>
            <a:off x="950259" y="1814145"/>
            <a:ext cx="10449514" cy="4565840"/>
            <a:chOff x="950259" y="1814145"/>
            <a:chExt cx="10449514" cy="4565840"/>
          </a:xfrm>
        </p:grpSpPr>
        <p:pic>
          <p:nvPicPr>
            <p:cNvPr id="7" name="Image 0" descr="preencoded.png">
              <a:extLst>
                <a:ext uri="{FF2B5EF4-FFF2-40B4-BE49-F238E27FC236}">
                  <a16:creationId xmlns:a16="http://schemas.microsoft.com/office/drawing/2014/main" id="{2D844E12-BAB9-7267-6966-79762DA43D6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0259" y="1814255"/>
              <a:ext cx="274287" cy="310928"/>
            </a:xfrm>
            <a:prstGeom prst="rect">
              <a:avLst/>
            </a:prstGeom>
          </p:spPr>
        </p:pic>
        <p:sp>
          <p:nvSpPr>
            <p:cNvPr id="8" name="Shape 2">
              <a:extLst>
                <a:ext uri="{FF2B5EF4-FFF2-40B4-BE49-F238E27FC236}">
                  <a16:creationId xmlns:a16="http://schemas.microsoft.com/office/drawing/2014/main" id="{A0A6D847-500B-6865-E843-D479D84EBB32}"/>
                </a:ext>
              </a:extLst>
            </p:cNvPr>
            <p:cNvSpPr/>
            <p:nvPr/>
          </p:nvSpPr>
          <p:spPr>
            <a:xfrm>
              <a:off x="950259" y="2210256"/>
              <a:ext cx="3367989" cy="27534"/>
            </a:xfrm>
            <a:prstGeom prst="rect">
              <a:avLst/>
            </a:prstGeom>
            <a:solidFill>
              <a:srgbClr val="FDC4C4"/>
            </a:solidFill>
            <a:ln/>
          </p:spPr>
        </p:sp>
        <p:sp>
          <p:nvSpPr>
            <p:cNvPr id="9" name="Text 3">
              <a:extLst>
                <a:ext uri="{FF2B5EF4-FFF2-40B4-BE49-F238E27FC236}">
                  <a16:creationId xmlns:a16="http://schemas.microsoft.com/office/drawing/2014/main" id="{01819DEE-EAB0-6931-2124-FC049E3996DD}"/>
                </a:ext>
              </a:extLst>
            </p:cNvPr>
            <p:cNvSpPr/>
            <p:nvPr/>
          </p:nvSpPr>
          <p:spPr>
            <a:xfrm>
              <a:off x="950259" y="2363197"/>
              <a:ext cx="3540668" cy="734158"/>
            </a:xfrm>
            <a:prstGeom prst="rect">
              <a:avLst/>
            </a:prstGeom>
            <a:noFill/>
            <a:ln/>
          </p:spPr>
          <p:txBody>
            <a:bodyPr wrap="square" lIns="0" tIns="0" rIns="0" bIns="0" rtlCol="0" anchor="t"/>
            <a:lstStyle/>
            <a:p>
              <a:pPr marL="0" indent="0" algn="l">
                <a:buNone/>
              </a:pPr>
              <a:r>
                <a:rPr lang="en-US" sz="20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Data Exploration &amp; Visualization</a:t>
              </a:r>
              <a:endParaRPr lang="en-US" sz="20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10" name="Text 4">
              <a:extLst>
                <a:ext uri="{FF2B5EF4-FFF2-40B4-BE49-F238E27FC236}">
                  <a16:creationId xmlns:a16="http://schemas.microsoft.com/office/drawing/2014/main" id="{8DEE2F88-A17B-B830-1EC9-16ABF3147DE6}"/>
                </a:ext>
              </a:extLst>
            </p:cNvPr>
            <p:cNvSpPr/>
            <p:nvPr/>
          </p:nvSpPr>
          <p:spPr>
            <a:xfrm>
              <a:off x="950259" y="3214803"/>
              <a:ext cx="3210053" cy="939907"/>
            </a:xfrm>
            <a:prstGeom prst="rect">
              <a:avLst/>
            </a:prstGeom>
            <a:noFill/>
            <a:ln/>
          </p:spPr>
          <p:txBody>
            <a:bodyPr wrap="square" lIns="0" tIns="0" rIns="0" bIns="0" rtlCol="0" anchor="t"/>
            <a:lstStyle/>
            <a:p>
              <a:pPr marL="0" indent="0" algn="l">
                <a:buNone/>
              </a:pPr>
              <a:r>
                <a:rPr lang="en-US" sz="1400" dirty="0">
                  <a:solidFill>
                    <a:srgbClr val="C7CDD6"/>
                  </a:solidFill>
                  <a:latin typeface="Arial" panose="020B0604020202020204" pitchFamily="34" charset="0"/>
                  <a:ea typeface="Inter" pitchFamily="34" charset="-122"/>
                  <a:cs typeface="Arial" panose="020B0604020202020204" pitchFamily="34" charset="0"/>
                </a:rPr>
                <a:t>Begin with comprehensive data exploration and visualization to understand the dataset.</a:t>
              </a:r>
              <a:endParaRPr lang="en-US" sz="1400" dirty="0">
                <a:latin typeface="Arial" panose="020B0604020202020204" pitchFamily="34" charset="0"/>
                <a:cs typeface="Arial" panose="020B0604020202020204" pitchFamily="34" charset="0"/>
              </a:endParaRPr>
            </a:p>
          </p:txBody>
        </p:sp>
        <p:pic>
          <p:nvPicPr>
            <p:cNvPr id="11" name="Image 1" descr="preencoded.png">
              <a:extLst>
                <a:ext uri="{FF2B5EF4-FFF2-40B4-BE49-F238E27FC236}">
                  <a16:creationId xmlns:a16="http://schemas.microsoft.com/office/drawing/2014/main" id="{6B249094-9772-B701-9BE8-CBD84219D17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90926" y="1814145"/>
              <a:ext cx="274383" cy="311037"/>
            </a:xfrm>
            <a:prstGeom prst="rect">
              <a:avLst/>
            </a:prstGeom>
          </p:spPr>
        </p:pic>
        <p:sp>
          <p:nvSpPr>
            <p:cNvPr id="12" name="Shape 5">
              <a:extLst>
                <a:ext uri="{FF2B5EF4-FFF2-40B4-BE49-F238E27FC236}">
                  <a16:creationId xmlns:a16="http://schemas.microsoft.com/office/drawing/2014/main" id="{271BB329-F646-38B3-5933-B2FDE4648501}"/>
                </a:ext>
              </a:extLst>
            </p:cNvPr>
            <p:cNvSpPr/>
            <p:nvPr/>
          </p:nvSpPr>
          <p:spPr>
            <a:xfrm>
              <a:off x="4490927" y="2210256"/>
              <a:ext cx="3368084" cy="27534"/>
            </a:xfrm>
            <a:prstGeom prst="rect">
              <a:avLst/>
            </a:prstGeom>
            <a:solidFill>
              <a:srgbClr val="FDC4C4"/>
            </a:solidFill>
            <a:ln/>
          </p:spPr>
        </p:sp>
        <p:sp>
          <p:nvSpPr>
            <p:cNvPr id="13" name="Text 6">
              <a:extLst>
                <a:ext uri="{FF2B5EF4-FFF2-40B4-BE49-F238E27FC236}">
                  <a16:creationId xmlns:a16="http://schemas.microsoft.com/office/drawing/2014/main" id="{4C9302C8-00B8-209F-7482-6AE83FA7FA20}"/>
                </a:ext>
              </a:extLst>
            </p:cNvPr>
            <p:cNvSpPr/>
            <p:nvPr/>
          </p:nvSpPr>
          <p:spPr>
            <a:xfrm>
              <a:off x="4490927" y="2363197"/>
              <a:ext cx="2591315" cy="367079"/>
            </a:xfrm>
            <a:prstGeom prst="rect">
              <a:avLst/>
            </a:prstGeom>
            <a:noFill/>
            <a:ln/>
          </p:spPr>
          <p:txBody>
            <a:bodyPr wrap="none" lIns="0" tIns="0" rIns="0" bIns="0" rtlCol="0" anchor="t"/>
            <a:lstStyle/>
            <a:p>
              <a:pPr marL="0" indent="0" algn="l">
                <a:lnSpc>
                  <a:spcPts val="3200"/>
                </a:lnSpc>
                <a:buNone/>
              </a:pPr>
              <a:r>
                <a:rPr lang="en-US" sz="20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Data Cleaning</a:t>
              </a:r>
              <a:endParaRPr lang="en-US" sz="20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14" name="Text 7">
              <a:extLst>
                <a:ext uri="{FF2B5EF4-FFF2-40B4-BE49-F238E27FC236}">
                  <a16:creationId xmlns:a16="http://schemas.microsoft.com/office/drawing/2014/main" id="{F4695B2C-CC24-B251-3550-C6EB5F0724BA}"/>
                </a:ext>
              </a:extLst>
            </p:cNvPr>
            <p:cNvSpPr/>
            <p:nvPr/>
          </p:nvSpPr>
          <p:spPr>
            <a:xfrm>
              <a:off x="4490927" y="3170452"/>
              <a:ext cx="3368084" cy="626605"/>
            </a:xfrm>
            <a:prstGeom prst="rect">
              <a:avLst/>
            </a:prstGeom>
            <a:noFill/>
            <a:ln/>
          </p:spPr>
          <p:txBody>
            <a:bodyPr wrap="square" lIns="0" tIns="0" rIns="0" bIns="0" rtlCol="0" anchor="t"/>
            <a:lstStyle/>
            <a:p>
              <a:pPr marL="0" indent="0" algn="l">
                <a:buNone/>
              </a:pPr>
              <a:r>
                <a:rPr lang="en-US" sz="1400" dirty="0">
                  <a:solidFill>
                    <a:srgbClr val="C7CDD6"/>
                  </a:solidFill>
                  <a:latin typeface="Arial" panose="020B0604020202020204" pitchFamily="34" charset="0"/>
                  <a:ea typeface="Inter" pitchFamily="34" charset="-122"/>
                  <a:cs typeface="Arial" panose="020B0604020202020204" pitchFamily="34" charset="0"/>
                </a:rPr>
                <a:t>Clean the data: handle missing values, detect and remove outliers.</a:t>
              </a:r>
              <a:endParaRPr lang="en-US" sz="1400" dirty="0">
                <a:latin typeface="Arial" panose="020B0604020202020204" pitchFamily="34" charset="0"/>
                <a:cs typeface="Arial" panose="020B0604020202020204" pitchFamily="34" charset="0"/>
              </a:endParaRPr>
            </a:p>
          </p:txBody>
        </p:sp>
        <p:pic>
          <p:nvPicPr>
            <p:cNvPr id="27" name="Image 2" descr="preencoded.png">
              <a:extLst>
                <a:ext uri="{FF2B5EF4-FFF2-40B4-BE49-F238E27FC236}">
                  <a16:creationId xmlns:a16="http://schemas.microsoft.com/office/drawing/2014/main" id="{3C8F1348-7DED-7DBF-41F4-B5ACE259570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31688" y="1814255"/>
              <a:ext cx="274287" cy="310928"/>
            </a:xfrm>
            <a:prstGeom prst="rect">
              <a:avLst/>
            </a:prstGeom>
          </p:spPr>
        </p:pic>
        <p:sp>
          <p:nvSpPr>
            <p:cNvPr id="34" name="Shape 8">
              <a:extLst>
                <a:ext uri="{FF2B5EF4-FFF2-40B4-BE49-F238E27FC236}">
                  <a16:creationId xmlns:a16="http://schemas.microsoft.com/office/drawing/2014/main" id="{A1021DAF-E088-66A1-8BB8-A1C550596BE9}"/>
                </a:ext>
              </a:extLst>
            </p:cNvPr>
            <p:cNvSpPr/>
            <p:nvPr/>
          </p:nvSpPr>
          <p:spPr>
            <a:xfrm>
              <a:off x="8031689" y="2210256"/>
              <a:ext cx="3368084" cy="27534"/>
            </a:xfrm>
            <a:prstGeom prst="rect">
              <a:avLst/>
            </a:prstGeom>
            <a:solidFill>
              <a:srgbClr val="FDC4C4"/>
            </a:solidFill>
            <a:ln/>
          </p:spPr>
        </p:sp>
        <p:sp>
          <p:nvSpPr>
            <p:cNvPr id="35" name="Text 9">
              <a:extLst>
                <a:ext uri="{FF2B5EF4-FFF2-40B4-BE49-F238E27FC236}">
                  <a16:creationId xmlns:a16="http://schemas.microsoft.com/office/drawing/2014/main" id="{96F064FA-5CA9-ABC4-26EE-1BE30EB462B9}"/>
                </a:ext>
              </a:extLst>
            </p:cNvPr>
            <p:cNvSpPr/>
            <p:nvPr/>
          </p:nvSpPr>
          <p:spPr>
            <a:xfrm>
              <a:off x="8031689" y="2363197"/>
              <a:ext cx="2591315" cy="367079"/>
            </a:xfrm>
            <a:prstGeom prst="rect">
              <a:avLst/>
            </a:prstGeom>
            <a:noFill/>
            <a:ln/>
          </p:spPr>
          <p:txBody>
            <a:bodyPr wrap="none" lIns="0" tIns="0" rIns="0" bIns="0" rtlCol="0" anchor="t"/>
            <a:lstStyle/>
            <a:p>
              <a:pPr marL="0" indent="0" algn="l">
                <a:lnSpc>
                  <a:spcPts val="3200"/>
                </a:lnSpc>
                <a:buNone/>
              </a:pPr>
              <a:r>
                <a:rPr lang="en-US" sz="20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Feature Engineering</a:t>
              </a:r>
              <a:endParaRPr lang="en-US" sz="20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41" name="Text 10">
              <a:extLst>
                <a:ext uri="{FF2B5EF4-FFF2-40B4-BE49-F238E27FC236}">
                  <a16:creationId xmlns:a16="http://schemas.microsoft.com/office/drawing/2014/main" id="{8AECA8E2-93FB-4AA6-99D5-461F09344469}"/>
                </a:ext>
              </a:extLst>
            </p:cNvPr>
            <p:cNvSpPr/>
            <p:nvPr/>
          </p:nvSpPr>
          <p:spPr>
            <a:xfrm>
              <a:off x="8031689" y="3170452"/>
              <a:ext cx="3368084" cy="939907"/>
            </a:xfrm>
            <a:prstGeom prst="rect">
              <a:avLst/>
            </a:prstGeom>
            <a:noFill/>
            <a:ln/>
          </p:spPr>
          <p:txBody>
            <a:bodyPr wrap="square" lIns="0" tIns="0" rIns="0" bIns="0" rtlCol="0" anchor="t"/>
            <a:lstStyle/>
            <a:p>
              <a:pPr marL="0" indent="0" algn="l">
                <a:buNone/>
              </a:pPr>
              <a:r>
                <a:rPr lang="en-US" sz="1400" dirty="0">
                  <a:solidFill>
                    <a:srgbClr val="C7CDD6"/>
                  </a:solidFill>
                  <a:latin typeface="Arial" panose="020B0604020202020204" pitchFamily="34" charset="0"/>
                  <a:ea typeface="Inter" pitchFamily="34" charset="-122"/>
                  <a:cs typeface="Arial" panose="020B0604020202020204" pitchFamily="34" charset="0"/>
                </a:rPr>
                <a:t>Perform feature engineering: select, transform, and normalize features that most affect the target variable.</a:t>
              </a:r>
              <a:endParaRPr lang="en-US" sz="1400" dirty="0">
                <a:latin typeface="Arial" panose="020B0604020202020204" pitchFamily="34" charset="0"/>
                <a:cs typeface="Arial" panose="020B0604020202020204" pitchFamily="34" charset="0"/>
              </a:endParaRPr>
            </a:p>
          </p:txBody>
        </p:sp>
        <p:pic>
          <p:nvPicPr>
            <p:cNvPr id="42" name="Image 3" descr="preencoded.png">
              <a:extLst>
                <a:ext uri="{FF2B5EF4-FFF2-40B4-BE49-F238E27FC236}">
                  <a16:creationId xmlns:a16="http://schemas.microsoft.com/office/drawing/2014/main" id="{E1127935-A045-0368-2FC0-D47B332D232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50259" y="4406608"/>
              <a:ext cx="274287" cy="310929"/>
            </a:xfrm>
            <a:prstGeom prst="rect">
              <a:avLst/>
            </a:prstGeom>
          </p:spPr>
        </p:pic>
        <p:sp>
          <p:nvSpPr>
            <p:cNvPr id="43" name="Shape 11">
              <a:extLst>
                <a:ext uri="{FF2B5EF4-FFF2-40B4-BE49-F238E27FC236}">
                  <a16:creationId xmlns:a16="http://schemas.microsoft.com/office/drawing/2014/main" id="{C8CF72BC-E3E8-0A73-9C88-1ED3A22B3048}"/>
                </a:ext>
              </a:extLst>
            </p:cNvPr>
            <p:cNvSpPr/>
            <p:nvPr/>
          </p:nvSpPr>
          <p:spPr>
            <a:xfrm>
              <a:off x="950259" y="4802611"/>
              <a:ext cx="5138418" cy="27534"/>
            </a:xfrm>
            <a:prstGeom prst="rect">
              <a:avLst/>
            </a:prstGeom>
            <a:solidFill>
              <a:srgbClr val="FDC4C4"/>
            </a:solidFill>
            <a:ln/>
          </p:spPr>
        </p:sp>
        <p:sp>
          <p:nvSpPr>
            <p:cNvPr id="44" name="Text 12">
              <a:extLst>
                <a:ext uri="{FF2B5EF4-FFF2-40B4-BE49-F238E27FC236}">
                  <a16:creationId xmlns:a16="http://schemas.microsoft.com/office/drawing/2014/main" id="{2A5447D8-1B56-3C94-ED60-3677F894FD55}"/>
                </a:ext>
              </a:extLst>
            </p:cNvPr>
            <p:cNvSpPr/>
            <p:nvPr/>
          </p:nvSpPr>
          <p:spPr>
            <a:xfrm>
              <a:off x="950259" y="4955551"/>
              <a:ext cx="2591315" cy="367079"/>
            </a:xfrm>
            <a:prstGeom prst="rect">
              <a:avLst/>
            </a:prstGeom>
            <a:noFill/>
            <a:ln/>
          </p:spPr>
          <p:txBody>
            <a:bodyPr wrap="none" lIns="0" tIns="0" rIns="0" bIns="0" rtlCol="0" anchor="t"/>
            <a:lstStyle/>
            <a:p>
              <a:pPr marL="0" indent="0" algn="l">
                <a:lnSpc>
                  <a:spcPts val="3200"/>
                </a:lnSpc>
                <a:buNone/>
              </a:pPr>
              <a:r>
                <a:rPr lang="en-US" sz="20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Dataset Splitting</a:t>
              </a:r>
              <a:endParaRPr lang="en-US" sz="20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45" name="Text 13">
              <a:extLst>
                <a:ext uri="{FF2B5EF4-FFF2-40B4-BE49-F238E27FC236}">
                  <a16:creationId xmlns:a16="http://schemas.microsoft.com/office/drawing/2014/main" id="{23637ED7-89EF-CC6B-680A-0CC852342025}"/>
                </a:ext>
              </a:extLst>
            </p:cNvPr>
            <p:cNvSpPr/>
            <p:nvPr/>
          </p:nvSpPr>
          <p:spPr>
            <a:xfrm>
              <a:off x="950259" y="5440078"/>
              <a:ext cx="5138418" cy="626605"/>
            </a:xfrm>
            <a:prstGeom prst="rect">
              <a:avLst/>
            </a:prstGeom>
            <a:noFill/>
            <a:ln/>
          </p:spPr>
          <p:txBody>
            <a:bodyPr wrap="square" lIns="0" tIns="0" rIns="0" bIns="0" rtlCol="0" anchor="t"/>
            <a:lstStyle/>
            <a:p>
              <a:pPr marL="0" indent="0" algn="l">
                <a:buNone/>
              </a:pPr>
              <a:r>
                <a:rPr lang="en-US" sz="1400" dirty="0">
                  <a:solidFill>
                    <a:srgbClr val="C7CDD6"/>
                  </a:solidFill>
                  <a:latin typeface="Arial" panose="020B0604020202020204" pitchFamily="34" charset="0"/>
                  <a:ea typeface="Inter" pitchFamily="34" charset="-122"/>
                  <a:cs typeface="Arial" panose="020B0604020202020204" pitchFamily="34" charset="0"/>
                </a:rPr>
                <a:t>Split the dataset into training and test sets for unbiased evaluation.</a:t>
              </a:r>
              <a:endParaRPr lang="en-US" sz="1400" dirty="0">
                <a:latin typeface="Arial" panose="020B0604020202020204" pitchFamily="34" charset="0"/>
                <a:cs typeface="Arial" panose="020B0604020202020204" pitchFamily="34" charset="0"/>
              </a:endParaRPr>
            </a:p>
          </p:txBody>
        </p:sp>
        <p:pic>
          <p:nvPicPr>
            <p:cNvPr id="46" name="Image 4" descr="preencoded.png">
              <a:extLst>
                <a:ext uri="{FF2B5EF4-FFF2-40B4-BE49-F238E27FC236}">
                  <a16:creationId xmlns:a16="http://schemas.microsoft.com/office/drawing/2014/main" id="{7FC84A68-6736-3435-7458-2188CB933B3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61355" y="4402130"/>
              <a:ext cx="278238" cy="315408"/>
            </a:xfrm>
            <a:prstGeom prst="rect">
              <a:avLst/>
            </a:prstGeom>
          </p:spPr>
        </p:pic>
        <p:sp>
          <p:nvSpPr>
            <p:cNvPr id="47" name="Shape 14">
              <a:extLst>
                <a:ext uri="{FF2B5EF4-FFF2-40B4-BE49-F238E27FC236}">
                  <a16:creationId xmlns:a16="http://schemas.microsoft.com/office/drawing/2014/main" id="{37FE81D7-30DD-EAC0-6CAB-D660893E61AB}"/>
                </a:ext>
              </a:extLst>
            </p:cNvPr>
            <p:cNvSpPr/>
            <p:nvPr/>
          </p:nvSpPr>
          <p:spPr>
            <a:xfrm>
              <a:off x="6261355" y="4802611"/>
              <a:ext cx="5138418" cy="27534"/>
            </a:xfrm>
            <a:prstGeom prst="rect">
              <a:avLst/>
            </a:prstGeom>
            <a:solidFill>
              <a:srgbClr val="FDC4C4"/>
            </a:solidFill>
            <a:ln/>
          </p:spPr>
        </p:sp>
        <p:sp>
          <p:nvSpPr>
            <p:cNvPr id="48" name="Text 15">
              <a:extLst>
                <a:ext uri="{FF2B5EF4-FFF2-40B4-BE49-F238E27FC236}">
                  <a16:creationId xmlns:a16="http://schemas.microsoft.com/office/drawing/2014/main" id="{EA7818F7-A71D-908A-F225-E0D84D7A86F2}"/>
                </a:ext>
              </a:extLst>
            </p:cNvPr>
            <p:cNvSpPr/>
            <p:nvPr/>
          </p:nvSpPr>
          <p:spPr>
            <a:xfrm>
              <a:off x="6261355" y="4955551"/>
              <a:ext cx="3572641" cy="367079"/>
            </a:xfrm>
            <a:prstGeom prst="rect">
              <a:avLst/>
            </a:prstGeom>
            <a:noFill/>
            <a:ln/>
          </p:spPr>
          <p:txBody>
            <a:bodyPr wrap="none" lIns="0" tIns="0" rIns="0" bIns="0" rtlCol="0" anchor="t"/>
            <a:lstStyle/>
            <a:p>
              <a:pPr marL="0" indent="0" algn="l">
                <a:lnSpc>
                  <a:spcPts val="3200"/>
                </a:lnSpc>
                <a:buNone/>
              </a:pPr>
              <a:r>
                <a:rPr lang="en-US" sz="20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Model Training &amp; Comparison</a:t>
              </a:r>
              <a:endParaRPr lang="en-US" sz="20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49" name="Text 16">
              <a:extLst>
                <a:ext uri="{FF2B5EF4-FFF2-40B4-BE49-F238E27FC236}">
                  <a16:creationId xmlns:a16="http://schemas.microsoft.com/office/drawing/2014/main" id="{F623B7D0-3F15-D6C4-90CF-3D4C2A906F9F}"/>
                </a:ext>
              </a:extLst>
            </p:cNvPr>
            <p:cNvSpPr/>
            <p:nvPr/>
          </p:nvSpPr>
          <p:spPr>
            <a:xfrm>
              <a:off x="6261355" y="5440078"/>
              <a:ext cx="5138418" cy="939907"/>
            </a:xfrm>
            <a:prstGeom prst="rect">
              <a:avLst/>
            </a:prstGeom>
            <a:noFill/>
            <a:ln/>
          </p:spPr>
          <p:txBody>
            <a:bodyPr wrap="square" lIns="0" tIns="0" rIns="0" bIns="0" rtlCol="0" anchor="t"/>
            <a:lstStyle/>
            <a:p>
              <a:pPr marL="0" indent="0" algn="l">
                <a:buNone/>
              </a:pPr>
              <a:r>
                <a:rPr lang="en-US" sz="1400" dirty="0">
                  <a:solidFill>
                    <a:srgbClr val="C7CDD6"/>
                  </a:solidFill>
                  <a:latin typeface="Arial" panose="020B0604020202020204" pitchFamily="34" charset="0"/>
                  <a:ea typeface="Inter" pitchFamily="34" charset="-122"/>
                  <a:cs typeface="Arial" panose="020B0604020202020204" pitchFamily="34" charset="0"/>
                </a:rPr>
                <a:t>Train and compare multiple regression models, mainly Random forest regression, Linear Regression and Decision Tree Regression, to determine the best fit for the data.</a:t>
              </a:r>
              <a:endParaRPr lang="en-US" sz="1400" dirty="0">
                <a:latin typeface="Arial" panose="020B0604020202020204" pitchFamily="34" charset="0"/>
                <a:cs typeface="Arial" panose="020B0604020202020204" pitchFamily="34" charset="0"/>
              </a:endParaRPr>
            </a:p>
          </p:txBody>
        </p:sp>
      </p:grpSp>
      <p:sp>
        <p:nvSpPr>
          <p:cNvPr id="50" name="Rectangle 49">
            <a:extLst>
              <a:ext uri="{FF2B5EF4-FFF2-40B4-BE49-F238E27FC236}">
                <a16:creationId xmlns:a16="http://schemas.microsoft.com/office/drawing/2014/main" id="{8916B2B0-D92F-8FF8-EE02-2042350ADC3F}"/>
              </a:ext>
            </a:extLst>
          </p:cNvPr>
          <p:cNvSpPr/>
          <p:nvPr/>
        </p:nvSpPr>
        <p:spPr>
          <a:xfrm>
            <a:off x="89647" y="71718"/>
            <a:ext cx="12012706" cy="6678706"/>
          </a:xfrm>
          <a:prstGeom prst="rect">
            <a:avLst/>
          </a:prstGeom>
          <a:noFill/>
          <a:ln>
            <a:solidFill>
              <a:srgbClr val="FDC4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20154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30512-2039-41B0-44C0-C717D47758C2}"/>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C3522F47-4ABA-1B30-1EAA-85F284EB1646}"/>
              </a:ext>
            </a:extLst>
          </p:cNvPr>
          <p:cNvSpPr/>
          <p:nvPr/>
        </p:nvSpPr>
        <p:spPr>
          <a:xfrm>
            <a:off x="0" y="0"/>
            <a:ext cx="12192000" cy="6858000"/>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 0">
            <a:extLst>
              <a:ext uri="{FF2B5EF4-FFF2-40B4-BE49-F238E27FC236}">
                <a16:creationId xmlns:a16="http://schemas.microsoft.com/office/drawing/2014/main" id="{37DFB7B8-D791-D79B-7F59-939ACEC55AD8}"/>
              </a:ext>
            </a:extLst>
          </p:cNvPr>
          <p:cNvSpPr/>
          <p:nvPr/>
        </p:nvSpPr>
        <p:spPr>
          <a:xfrm>
            <a:off x="950259" y="748734"/>
            <a:ext cx="12192000" cy="708779"/>
          </a:xfrm>
          <a:prstGeom prst="rect">
            <a:avLst/>
          </a:prstGeom>
          <a:noFill/>
          <a:ln/>
        </p:spPr>
        <p:txBody>
          <a:bodyPr wrap="none" lIns="0" tIns="0" rIns="0" bIns="0" rtlCol="0" anchor="t"/>
          <a:lstStyle/>
          <a:p>
            <a:pPr>
              <a:lnSpc>
                <a:spcPts val="7700"/>
              </a:lnSpc>
            </a:pPr>
            <a:r>
              <a:rPr lang="en-US" sz="48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Preprocessing Model</a:t>
            </a:r>
            <a:endParaRPr lang="en-US" sz="48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2" name="Text 0">
            <a:extLst>
              <a:ext uri="{FF2B5EF4-FFF2-40B4-BE49-F238E27FC236}">
                <a16:creationId xmlns:a16="http://schemas.microsoft.com/office/drawing/2014/main" id="{5072B0F3-EFE4-C1F5-469C-0EFBE86C07DA}"/>
              </a:ext>
            </a:extLst>
          </p:cNvPr>
          <p:cNvSpPr/>
          <p:nvPr/>
        </p:nvSpPr>
        <p:spPr>
          <a:xfrm>
            <a:off x="950259" y="478015"/>
            <a:ext cx="2835235" cy="354330"/>
          </a:xfrm>
          <a:prstGeom prst="rect">
            <a:avLst/>
          </a:prstGeom>
          <a:noFill/>
          <a:ln/>
        </p:spPr>
        <p:txBody>
          <a:bodyPr wrap="none" lIns="0" tIns="0" rIns="0" bIns="0" rtlCol="0" anchor="t"/>
          <a:lstStyle/>
          <a:p>
            <a:pPr>
              <a:lnSpc>
                <a:spcPts val="2750"/>
              </a:lnSpc>
            </a:pPr>
            <a:r>
              <a:rPr lang="en-US" sz="2400" dirty="0">
                <a:solidFill>
                  <a:srgbClr val="FDC4C4"/>
                </a:solidFill>
                <a:latin typeface="Arial" panose="020B0604020202020204" pitchFamily="34" charset="0"/>
                <a:ea typeface="Instrument Sans Medium" pitchFamily="34" charset="-122"/>
                <a:cs typeface="Arial" panose="020B0604020202020204" pitchFamily="34" charset="0"/>
              </a:rPr>
              <a:t>Preparing the Data</a:t>
            </a:r>
            <a:endParaRPr lang="en-US" sz="2400"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197F068E-0204-2703-96F9-03E7292AFAC3}"/>
              </a:ext>
            </a:extLst>
          </p:cNvPr>
          <p:cNvGrpSpPr/>
          <p:nvPr/>
        </p:nvGrpSpPr>
        <p:grpSpPr>
          <a:xfrm>
            <a:off x="950259" y="4680240"/>
            <a:ext cx="10336306" cy="1271420"/>
            <a:chOff x="763310" y="2843093"/>
            <a:chExt cx="13073301" cy="2164675"/>
          </a:xfrm>
        </p:grpSpPr>
        <p:sp>
          <p:nvSpPr>
            <p:cNvPr id="5" name="Shape 2">
              <a:extLst>
                <a:ext uri="{FF2B5EF4-FFF2-40B4-BE49-F238E27FC236}">
                  <a16:creationId xmlns:a16="http://schemas.microsoft.com/office/drawing/2014/main" id="{038B821C-5DB4-3A46-8E38-B262C23B2F9A}"/>
                </a:ext>
              </a:extLst>
            </p:cNvPr>
            <p:cNvSpPr/>
            <p:nvPr/>
          </p:nvSpPr>
          <p:spPr>
            <a:xfrm>
              <a:off x="793790" y="2843093"/>
              <a:ext cx="6407944" cy="2164675"/>
            </a:xfrm>
            <a:prstGeom prst="roundRect">
              <a:avLst>
                <a:gd name="adj" fmla="val 6759"/>
              </a:avLst>
            </a:prstGeom>
            <a:solidFill>
              <a:srgbClr val="242429"/>
            </a:solidFill>
            <a:ln w="30480">
              <a:solidFill>
                <a:srgbClr val="5C5C61"/>
              </a:solidFill>
              <a:prstDash val="solid"/>
            </a:ln>
          </p:spPr>
          <p:txBody>
            <a:bodyPr/>
            <a:lstStyle/>
            <a:p>
              <a:endParaRPr lang="en-IN" dirty="0"/>
            </a:p>
          </p:txBody>
        </p:sp>
        <p:sp>
          <p:nvSpPr>
            <p:cNvPr id="16" name="Shape 3">
              <a:extLst>
                <a:ext uri="{FF2B5EF4-FFF2-40B4-BE49-F238E27FC236}">
                  <a16:creationId xmlns:a16="http://schemas.microsoft.com/office/drawing/2014/main" id="{36E957FE-626F-C091-034A-425D975D3ADF}"/>
                </a:ext>
              </a:extLst>
            </p:cNvPr>
            <p:cNvSpPr/>
            <p:nvPr/>
          </p:nvSpPr>
          <p:spPr>
            <a:xfrm>
              <a:off x="763310" y="2843093"/>
              <a:ext cx="121920" cy="2164675"/>
            </a:xfrm>
            <a:prstGeom prst="roundRect">
              <a:avLst>
                <a:gd name="adj" fmla="val 27907"/>
              </a:avLst>
            </a:prstGeom>
            <a:solidFill>
              <a:srgbClr val="FDC4C4"/>
            </a:solidFill>
            <a:ln/>
          </p:spPr>
        </p:sp>
        <p:sp>
          <p:nvSpPr>
            <p:cNvPr id="17" name="Text 4">
              <a:extLst>
                <a:ext uri="{FF2B5EF4-FFF2-40B4-BE49-F238E27FC236}">
                  <a16:creationId xmlns:a16="http://schemas.microsoft.com/office/drawing/2014/main" id="{7A624914-E67E-CC34-35C9-69A61D1280BA}"/>
                </a:ext>
              </a:extLst>
            </p:cNvPr>
            <p:cNvSpPr/>
            <p:nvPr/>
          </p:nvSpPr>
          <p:spPr>
            <a:xfrm>
              <a:off x="1142524" y="3068366"/>
              <a:ext cx="3844885" cy="425290"/>
            </a:xfrm>
            <a:prstGeom prst="rect">
              <a:avLst/>
            </a:prstGeom>
            <a:noFill/>
            <a:ln/>
          </p:spPr>
          <p:txBody>
            <a:bodyPr wrap="none" lIns="0" tIns="0" rIns="0" bIns="0" rtlCol="0" anchor="t"/>
            <a:lstStyle/>
            <a:p>
              <a:r>
                <a:rPr lang="en-IN" sz="16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Log Transformation for Skewed Features</a:t>
              </a:r>
            </a:p>
          </p:txBody>
        </p:sp>
        <p:sp>
          <p:nvSpPr>
            <p:cNvPr id="18" name="Text 5">
              <a:extLst>
                <a:ext uri="{FF2B5EF4-FFF2-40B4-BE49-F238E27FC236}">
                  <a16:creationId xmlns:a16="http://schemas.microsoft.com/office/drawing/2014/main" id="{E2BF0741-2009-34FA-9A23-32021B272EC6}"/>
                </a:ext>
              </a:extLst>
            </p:cNvPr>
            <p:cNvSpPr/>
            <p:nvPr/>
          </p:nvSpPr>
          <p:spPr>
            <a:xfrm>
              <a:off x="1142524" y="3571471"/>
              <a:ext cx="5801916" cy="1088708"/>
            </a:xfrm>
            <a:prstGeom prst="rect">
              <a:avLst/>
            </a:prstGeom>
            <a:noFill/>
            <a:ln/>
          </p:spPr>
          <p:txBody>
            <a:bodyPr wrap="square" lIns="0" tIns="0" rIns="0" bIns="0" rtlCol="0" anchor="t"/>
            <a:lstStyle/>
            <a:p>
              <a:pPr marL="0" indent="0" algn="l">
                <a:buNone/>
              </a:pPr>
              <a:r>
                <a:rPr lang="en-IN" sz="1200" dirty="0">
                  <a:solidFill>
                    <a:srgbClr val="C7CDD6"/>
                  </a:solidFill>
                  <a:latin typeface="Arial" panose="020B0604020202020204" pitchFamily="34" charset="0"/>
                  <a:ea typeface="Inter" pitchFamily="34" charset="-122"/>
                  <a:cs typeface="Arial" panose="020B0604020202020204" pitchFamily="34" charset="0"/>
                </a:rPr>
                <a:t>Applied a Log Transformation (natural logarithm) to highly skewed numerical features (e.g., car price, horsepower) to normalize their distribution. This helps Linear Regression models meet their assumptions and improves predictive stability.</a:t>
              </a:r>
              <a:endParaRPr lang="en-US" sz="1200" dirty="0">
                <a:solidFill>
                  <a:srgbClr val="C7CDD6"/>
                </a:solidFill>
                <a:latin typeface="Arial" panose="020B0604020202020204" pitchFamily="34" charset="0"/>
                <a:ea typeface="Inter" pitchFamily="34" charset="-122"/>
                <a:cs typeface="Arial" panose="020B0604020202020204" pitchFamily="34" charset="0"/>
              </a:endParaRPr>
            </a:p>
          </p:txBody>
        </p:sp>
        <p:sp>
          <p:nvSpPr>
            <p:cNvPr id="19" name="Shape 6">
              <a:extLst>
                <a:ext uri="{FF2B5EF4-FFF2-40B4-BE49-F238E27FC236}">
                  <a16:creationId xmlns:a16="http://schemas.microsoft.com/office/drawing/2014/main" id="{6F42B7EA-D9CE-B987-C3A3-3A0A49151165}"/>
                </a:ext>
              </a:extLst>
            </p:cNvPr>
            <p:cNvSpPr/>
            <p:nvPr/>
          </p:nvSpPr>
          <p:spPr>
            <a:xfrm>
              <a:off x="7428548" y="2843093"/>
              <a:ext cx="6408063" cy="2164675"/>
            </a:xfrm>
            <a:prstGeom prst="roundRect">
              <a:avLst>
                <a:gd name="adj" fmla="val 6759"/>
              </a:avLst>
            </a:prstGeom>
            <a:solidFill>
              <a:srgbClr val="242429"/>
            </a:solidFill>
            <a:ln w="30480">
              <a:solidFill>
                <a:srgbClr val="5C5C61"/>
              </a:solidFill>
              <a:prstDash val="solid"/>
            </a:ln>
          </p:spPr>
        </p:sp>
        <p:sp>
          <p:nvSpPr>
            <p:cNvPr id="20" name="Shape 7">
              <a:extLst>
                <a:ext uri="{FF2B5EF4-FFF2-40B4-BE49-F238E27FC236}">
                  <a16:creationId xmlns:a16="http://schemas.microsoft.com/office/drawing/2014/main" id="{83B25354-70CD-C038-FDBC-4DAB1F5BD543}"/>
                </a:ext>
              </a:extLst>
            </p:cNvPr>
            <p:cNvSpPr/>
            <p:nvPr/>
          </p:nvSpPr>
          <p:spPr>
            <a:xfrm>
              <a:off x="7398067" y="2843093"/>
              <a:ext cx="121920" cy="2164675"/>
            </a:xfrm>
            <a:prstGeom prst="roundRect">
              <a:avLst>
                <a:gd name="adj" fmla="val 27907"/>
              </a:avLst>
            </a:prstGeom>
            <a:solidFill>
              <a:srgbClr val="FDC4C4"/>
            </a:solidFill>
            <a:ln/>
          </p:spPr>
        </p:sp>
        <p:sp>
          <p:nvSpPr>
            <p:cNvPr id="21" name="Text 8">
              <a:extLst>
                <a:ext uri="{FF2B5EF4-FFF2-40B4-BE49-F238E27FC236}">
                  <a16:creationId xmlns:a16="http://schemas.microsoft.com/office/drawing/2014/main" id="{75F0EB23-9776-079D-320C-CE48489AABCB}"/>
                </a:ext>
              </a:extLst>
            </p:cNvPr>
            <p:cNvSpPr/>
            <p:nvPr/>
          </p:nvSpPr>
          <p:spPr>
            <a:xfrm>
              <a:off x="7777282" y="2889874"/>
              <a:ext cx="3402330" cy="425290"/>
            </a:xfrm>
            <a:prstGeom prst="rect">
              <a:avLst/>
            </a:prstGeom>
            <a:noFill/>
            <a:ln/>
          </p:spPr>
          <p:txBody>
            <a:bodyPr wrap="none" lIns="0" tIns="0" rIns="0" bIns="0" rtlCol="0" anchor="t"/>
            <a:lstStyle/>
            <a:p>
              <a:pPr marL="0" indent="0" algn="l">
                <a:lnSpc>
                  <a:spcPts val="3300"/>
                </a:lnSpc>
                <a:buNone/>
              </a:pPr>
              <a:r>
                <a:rPr lang="en-IN" sz="16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Robust Scaling for Outlier Resilience</a:t>
              </a:r>
              <a:endParaRPr lang="en-US" sz="16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22" name="Text 9">
              <a:extLst>
                <a:ext uri="{FF2B5EF4-FFF2-40B4-BE49-F238E27FC236}">
                  <a16:creationId xmlns:a16="http://schemas.microsoft.com/office/drawing/2014/main" id="{B721889E-4A24-0A29-65AA-771E69FEBDA4}"/>
                </a:ext>
              </a:extLst>
            </p:cNvPr>
            <p:cNvSpPr/>
            <p:nvPr/>
          </p:nvSpPr>
          <p:spPr>
            <a:xfrm>
              <a:off x="7777282" y="3572458"/>
              <a:ext cx="5802035" cy="1088708"/>
            </a:xfrm>
            <a:prstGeom prst="rect">
              <a:avLst/>
            </a:prstGeom>
            <a:noFill/>
            <a:ln/>
          </p:spPr>
          <p:txBody>
            <a:bodyPr wrap="square" lIns="0" tIns="0" rIns="0" bIns="0" rtlCol="0" anchor="t"/>
            <a:lstStyle/>
            <a:p>
              <a:pPr marL="0" indent="0" algn="l">
                <a:buNone/>
              </a:pPr>
              <a:r>
                <a:rPr lang="en-IN" sz="1200" dirty="0">
                  <a:solidFill>
                    <a:srgbClr val="C7CDD6"/>
                  </a:solidFill>
                  <a:latin typeface="Arial" panose="020B0604020202020204" pitchFamily="34" charset="0"/>
                  <a:ea typeface="Inter" pitchFamily="34" charset="-122"/>
                  <a:cs typeface="Arial" panose="020B0604020202020204" pitchFamily="34" charset="0"/>
                </a:rPr>
                <a:t>Implemented Robust Scaling (using the Interquartile Range, IQR) on all remaining numerical features instead of Standard </a:t>
              </a:r>
              <a:r>
                <a:rPr lang="en-IN" sz="1200">
                  <a:solidFill>
                    <a:srgbClr val="C7CDD6"/>
                  </a:solidFill>
                  <a:latin typeface="Arial" panose="020B0604020202020204" pitchFamily="34" charset="0"/>
                  <a:ea typeface="Inter" pitchFamily="34" charset="-122"/>
                  <a:cs typeface="Arial" panose="020B0604020202020204" pitchFamily="34" charset="0"/>
                </a:rPr>
                <a:t>or Min Max </a:t>
              </a:r>
              <a:r>
                <a:rPr lang="en-IN" sz="1200" dirty="0">
                  <a:solidFill>
                    <a:srgbClr val="C7CDD6"/>
                  </a:solidFill>
                  <a:latin typeface="Arial" panose="020B0604020202020204" pitchFamily="34" charset="0"/>
                  <a:ea typeface="Inter" pitchFamily="34" charset="-122"/>
                  <a:cs typeface="Arial" panose="020B0604020202020204" pitchFamily="34" charset="0"/>
                </a:rPr>
                <a:t>scaling. This method makes the model training process more robust to the numerous outliers present in the raw automotive data.</a:t>
              </a:r>
              <a:endParaRPr lang="en-US" sz="1200" dirty="0">
                <a:solidFill>
                  <a:srgbClr val="C7CDD6"/>
                </a:solidFill>
                <a:latin typeface="Arial" panose="020B0604020202020204" pitchFamily="34" charset="0"/>
                <a:ea typeface="Inter" pitchFamily="34" charset="-122"/>
                <a:cs typeface="Arial" panose="020B0604020202020204" pitchFamily="34" charset="0"/>
              </a:endParaRPr>
            </a:p>
          </p:txBody>
        </p:sp>
      </p:grpSp>
      <p:sp>
        <p:nvSpPr>
          <p:cNvPr id="32" name="Rectangle 31">
            <a:extLst>
              <a:ext uri="{FF2B5EF4-FFF2-40B4-BE49-F238E27FC236}">
                <a16:creationId xmlns:a16="http://schemas.microsoft.com/office/drawing/2014/main" id="{C7AB5769-C118-2CB5-03FD-CE32792331A8}"/>
              </a:ext>
            </a:extLst>
          </p:cNvPr>
          <p:cNvSpPr/>
          <p:nvPr/>
        </p:nvSpPr>
        <p:spPr>
          <a:xfrm>
            <a:off x="89647" y="71718"/>
            <a:ext cx="12012706" cy="6678706"/>
          </a:xfrm>
          <a:prstGeom prst="rect">
            <a:avLst/>
          </a:prstGeom>
          <a:noFill/>
          <a:ln>
            <a:solidFill>
              <a:srgbClr val="FDC4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 name="Group 5">
            <a:extLst>
              <a:ext uri="{FF2B5EF4-FFF2-40B4-BE49-F238E27FC236}">
                <a16:creationId xmlns:a16="http://schemas.microsoft.com/office/drawing/2014/main" id="{C8459E62-21ED-E6A1-41B0-0AB54FCC7A3A}"/>
              </a:ext>
            </a:extLst>
          </p:cNvPr>
          <p:cNvGrpSpPr/>
          <p:nvPr/>
        </p:nvGrpSpPr>
        <p:grpSpPr>
          <a:xfrm>
            <a:off x="950259" y="1853059"/>
            <a:ext cx="10336306" cy="2676060"/>
            <a:chOff x="763310" y="2843093"/>
            <a:chExt cx="13073301" cy="4556165"/>
          </a:xfrm>
        </p:grpSpPr>
        <p:sp>
          <p:nvSpPr>
            <p:cNvPr id="7" name="Shape 2">
              <a:extLst>
                <a:ext uri="{FF2B5EF4-FFF2-40B4-BE49-F238E27FC236}">
                  <a16:creationId xmlns:a16="http://schemas.microsoft.com/office/drawing/2014/main" id="{639E5DC3-57A0-5BFF-6532-F5FB189F5B1E}"/>
                </a:ext>
              </a:extLst>
            </p:cNvPr>
            <p:cNvSpPr/>
            <p:nvPr/>
          </p:nvSpPr>
          <p:spPr>
            <a:xfrm>
              <a:off x="793791" y="2843093"/>
              <a:ext cx="6407944" cy="2164675"/>
            </a:xfrm>
            <a:prstGeom prst="roundRect">
              <a:avLst>
                <a:gd name="adj" fmla="val 6759"/>
              </a:avLst>
            </a:prstGeom>
            <a:solidFill>
              <a:srgbClr val="242429"/>
            </a:solidFill>
            <a:ln w="30480">
              <a:solidFill>
                <a:srgbClr val="5C5C61"/>
              </a:solidFill>
              <a:prstDash val="solid"/>
            </a:ln>
          </p:spPr>
          <p:txBody>
            <a:bodyPr/>
            <a:lstStyle/>
            <a:p>
              <a:endParaRPr lang="en-IN" dirty="0"/>
            </a:p>
          </p:txBody>
        </p:sp>
        <p:sp>
          <p:nvSpPr>
            <p:cNvPr id="8" name="Shape 3">
              <a:extLst>
                <a:ext uri="{FF2B5EF4-FFF2-40B4-BE49-F238E27FC236}">
                  <a16:creationId xmlns:a16="http://schemas.microsoft.com/office/drawing/2014/main" id="{8B5C2304-839C-FD0E-08ED-62F93F5F0DD5}"/>
                </a:ext>
              </a:extLst>
            </p:cNvPr>
            <p:cNvSpPr/>
            <p:nvPr/>
          </p:nvSpPr>
          <p:spPr>
            <a:xfrm>
              <a:off x="763310" y="2843093"/>
              <a:ext cx="121920" cy="2164675"/>
            </a:xfrm>
            <a:prstGeom prst="roundRect">
              <a:avLst>
                <a:gd name="adj" fmla="val 27907"/>
              </a:avLst>
            </a:prstGeom>
            <a:solidFill>
              <a:srgbClr val="FDC4C4"/>
            </a:solidFill>
            <a:ln/>
          </p:spPr>
        </p:sp>
        <p:sp>
          <p:nvSpPr>
            <p:cNvPr id="9" name="Text 4">
              <a:extLst>
                <a:ext uri="{FF2B5EF4-FFF2-40B4-BE49-F238E27FC236}">
                  <a16:creationId xmlns:a16="http://schemas.microsoft.com/office/drawing/2014/main" id="{854E5DCB-CDF1-1D18-2EF2-B78E2364ACEB}"/>
                </a:ext>
              </a:extLst>
            </p:cNvPr>
            <p:cNvSpPr/>
            <p:nvPr/>
          </p:nvSpPr>
          <p:spPr>
            <a:xfrm>
              <a:off x="1114178" y="2956360"/>
              <a:ext cx="3022339" cy="561380"/>
            </a:xfrm>
            <a:prstGeom prst="rect">
              <a:avLst/>
            </a:prstGeom>
            <a:noFill/>
            <a:ln/>
          </p:spPr>
          <p:txBody>
            <a:bodyPr wrap="none" lIns="0" tIns="0" rIns="0" bIns="0" rtlCol="0" anchor="t"/>
            <a:lstStyle/>
            <a:p>
              <a:pPr marL="0" indent="0" algn="l">
                <a:lnSpc>
                  <a:spcPts val="3300"/>
                </a:lnSpc>
                <a:buNone/>
              </a:pPr>
              <a:r>
                <a:rPr lang="en-US" sz="16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Handling Missing Values</a:t>
              </a:r>
              <a:endParaRPr lang="en-US" sz="16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10" name="Text 5">
              <a:extLst>
                <a:ext uri="{FF2B5EF4-FFF2-40B4-BE49-F238E27FC236}">
                  <a16:creationId xmlns:a16="http://schemas.microsoft.com/office/drawing/2014/main" id="{EC4CF40A-7665-5FA8-7BE0-F8F930776EB9}"/>
                </a:ext>
              </a:extLst>
            </p:cNvPr>
            <p:cNvSpPr/>
            <p:nvPr/>
          </p:nvSpPr>
          <p:spPr>
            <a:xfrm>
              <a:off x="1142524" y="3661767"/>
              <a:ext cx="5801916" cy="1088708"/>
            </a:xfrm>
            <a:prstGeom prst="rect">
              <a:avLst/>
            </a:prstGeom>
            <a:noFill/>
            <a:ln/>
          </p:spPr>
          <p:txBody>
            <a:bodyPr wrap="square" lIns="0" tIns="0" rIns="0" bIns="0" rtlCol="0" anchor="t"/>
            <a:lstStyle/>
            <a:p>
              <a:pPr marL="0" indent="0" algn="l">
                <a:buNone/>
              </a:pPr>
              <a:r>
                <a:rPr lang="en-US" sz="1200" dirty="0">
                  <a:solidFill>
                    <a:srgbClr val="C7CDD6"/>
                  </a:solidFill>
                  <a:latin typeface="Arial" panose="020B0604020202020204" pitchFamily="34" charset="0"/>
                  <a:ea typeface="Inter" pitchFamily="34" charset="-122"/>
                  <a:cs typeface="Arial" panose="020B0604020202020204" pitchFamily="34" charset="0"/>
                </a:rPr>
                <a:t>Identified missing values in columns like 'year resale value' and 'fuel efficiency', which were imputed using their respective median values.</a:t>
              </a:r>
              <a:endParaRPr lang="en-US" sz="1200" dirty="0">
                <a:latin typeface="Arial" panose="020B0604020202020204" pitchFamily="34" charset="0"/>
                <a:cs typeface="Arial" panose="020B0604020202020204" pitchFamily="34" charset="0"/>
              </a:endParaRPr>
            </a:p>
          </p:txBody>
        </p:sp>
        <p:sp>
          <p:nvSpPr>
            <p:cNvPr id="11" name="Shape 6">
              <a:extLst>
                <a:ext uri="{FF2B5EF4-FFF2-40B4-BE49-F238E27FC236}">
                  <a16:creationId xmlns:a16="http://schemas.microsoft.com/office/drawing/2014/main" id="{C8E80219-5BD1-CB49-7B1D-8F2191F499CE}"/>
                </a:ext>
              </a:extLst>
            </p:cNvPr>
            <p:cNvSpPr/>
            <p:nvPr/>
          </p:nvSpPr>
          <p:spPr>
            <a:xfrm>
              <a:off x="7428548" y="2843093"/>
              <a:ext cx="6408063" cy="2164675"/>
            </a:xfrm>
            <a:prstGeom prst="roundRect">
              <a:avLst>
                <a:gd name="adj" fmla="val 6759"/>
              </a:avLst>
            </a:prstGeom>
            <a:solidFill>
              <a:srgbClr val="242429"/>
            </a:solidFill>
            <a:ln w="30480">
              <a:solidFill>
                <a:srgbClr val="5C5C61"/>
              </a:solidFill>
              <a:prstDash val="solid"/>
            </a:ln>
          </p:spPr>
        </p:sp>
        <p:sp>
          <p:nvSpPr>
            <p:cNvPr id="12" name="Shape 7">
              <a:extLst>
                <a:ext uri="{FF2B5EF4-FFF2-40B4-BE49-F238E27FC236}">
                  <a16:creationId xmlns:a16="http://schemas.microsoft.com/office/drawing/2014/main" id="{C6FE77A9-46C2-D765-2D16-1C82D850B998}"/>
                </a:ext>
              </a:extLst>
            </p:cNvPr>
            <p:cNvSpPr/>
            <p:nvPr/>
          </p:nvSpPr>
          <p:spPr>
            <a:xfrm>
              <a:off x="7398067" y="2843093"/>
              <a:ext cx="121920" cy="2164675"/>
            </a:xfrm>
            <a:prstGeom prst="roundRect">
              <a:avLst>
                <a:gd name="adj" fmla="val 27907"/>
              </a:avLst>
            </a:prstGeom>
            <a:solidFill>
              <a:srgbClr val="FDC4C4"/>
            </a:solidFill>
            <a:ln/>
          </p:spPr>
        </p:sp>
        <p:sp>
          <p:nvSpPr>
            <p:cNvPr id="13" name="Text 8">
              <a:extLst>
                <a:ext uri="{FF2B5EF4-FFF2-40B4-BE49-F238E27FC236}">
                  <a16:creationId xmlns:a16="http://schemas.microsoft.com/office/drawing/2014/main" id="{2D3D127C-582B-94BC-CE84-2787A5B9CCA2}"/>
                </a:ext>
              </a:extLst>
            </p:cNvPr>
            <p:cNvSpPr/>
            <p:nvPr/>
          </p:nvSpPr>
          <p:spPr>
            <a:xfrm>
              <a:off x="7777282" y="2959279"/>
              <a:ext cx="3402330" cy="425290"/>
            </a:xfrm>
            <a:prstGeom prst="rect">
              <a:avLst/>
            </a:prstGeom>
            <a:noFill/>
            <a:ln/>
          </p:spPr>
          <p:txBody>
            <a:bodyPr wrap="none" lIns="0" tIns="0" rIns="0" bIns="0" rtlCol="0" anchor="t"/>
            <a:lstStyle/>
            <a:p>
              <a:pPr marL="0" indent="0" algn="l">
                <a:lnSpc>
                  <a:spcPts val="3300"/>
                </a:lnSpc>
                <a:buNone/>
              </a:pPr>
              <a:r>
                <a:rPr lang="en-US" sz="16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Outlier Detection</a:t>
              </a:r>
              <a:endParaRPr lang="en-US" sz="16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14" name="Text 9">
              <a:extLst>
                <a:ext uri="{FF2B5EF4-FFF2-40B4-BE49-F238E27FC236}">
                  <a16:creationId xmlns:a16="http://schemas.microsoft.com/office/drawing/2014/main" id="{CFACCCC5-63EC-7892-779E-532F210906AF}"/>
                </a:ext>
              </a:extLst>
            </p:cNvPr>
            <p:cNvSpPr/>
            <p:nvPr/>
          </p:nvSpPr>
          <p:spPr>
            <a:xfrm>
              <a:off x="7777282" y="3661767"/>
              <a:ext cx="5802035" cy="1088708"/>
            </a:xfrm>
            <a:prstGeom prst="rect">
              <a:avLst/>
            </a:prstGeom>
            <a:noFill/>
            <a:ln/>
          </p:spPr>
          <p:txBody>
            <a:bodyPr wrap="square" lIns="0" tIns="0" rIns="0" bIns="0" rtlCol="0" anchor="t"/>
            <a:lstStyle/>
            <a:p>
              <a:pPr marL="0" indent="0" algn="l">
                <a:buNone/>
              </a:pPr>
              <a:r>
                <a:rPr lang="en-US" sz="1200" dirty="0">
                  <a:solidFill>
                    <a:srgbClr val="C7CDD6"/>
                  </a:solidFill>
                  <a:latin typeface="Arial" panose="020B0604020202020204" pitchFamily="34" charset="0"/>
                  <a:ea typeface="Inter" pitchFamily="34" charset="-122"/>
                  <a:cs typeface="Arial" panose="020B0604020202020204" pitchFamily="34" charset="0"/>
                </a:rPr>
                <a:t>Detected outliers in sales, price, and performance factors using the Interquartile Range (IQR) method and removed them to prevent model distortion.</a:t>
              </a:r>
            </a:p>
          </p:txBody>
        </p:sp>
        <p:sp>
          <p:nvSpPr>
            <p:cNvPr id="27" name="Shape 10">
              <a:extLst>
                <a:ext uri="{FF2B5EF4-FFF2-40B4-BE49-F238E27FC236}">
                  <a16:creationId xmlns:a16="http://schemas.microsoft.com/office/drawing/2014/main" id="{EBDD3F6B-6A67-B065-E600-82E729FB652C}"/>
                </a:ext>
              </a:extLst>
            </p:cNvPr>
            <p:cNvSpPr/>
            <p:nvPr/>
          </p:nvSpPr>
          <p:spPr>
            <a:xfrm>
              <a:off x="793790" y="5234583"/>
              <a:ext cx="6407944" cy="2164675"/>
            </a:xfrm>
            <a:prstGeom prst="roundRect">
              <a:avLst>
                <a:gd name="adj" fmla="val 6759"/>
              </a:avLst>
            </a:prstGeom>
            <a:solidFill>
              <a:srgbClr val="242429"/>
            </a:solidFill>
            <a:ln w="30480">
              <a:solidFill>
                <a:srgbClr val="5C5C61"/>
              </a:solidFill>
              <a:prstDash val="solid"/>
            </a:ln>
          </p:spPr>
        </p:sp>
        <p:sp>
          <p:nvSpPr>
            <p:cNvPr id="33" name="Shape 11">
              <a:extLst>
                <a:ext uri="{FF2B5EF4-FFF2-40B4-BE49-F238E27FC236}">
                  <a16:creationId xmlns:a16="http://schemas.microsoft.com/office/drawing/2014/main" id="{3233E948-ADD0-9106-B9B6-8AAC163F6361}"/>
                </a:ext>
              </a:extLst>
            </p:cNvPr>
            <p:cNvSpPr/>
            <p:nvPr/>
          </p:nvSpPr>
          <p:spPr>
            <a:xfrm>
              <a:off x="763310" y="5234583"/>
              <a:ext cx="121920" cy="2164675"/>
            </a:xfrm>
            <a:prstGeom prst="roundRect">
              <a:avLst>
                <a:gd name="adj" fmla="val 27907"/>
              </a:avLst>
            </a:prstGeom>
            <a:solidFill>
              <a:srgbClr val="FDC4C4"/>
            </a:solidFill>
            <a:ln/>
          </p:spPr>
        </p:sp>
        <p:sp>
          <p:nvSpPr>
            <p:cNvPr id="34" name="Text 12">
              <a:extLst>
                <a:ext uri="{FF2B5EF4-FFF2-40B4-BE49-F238E27FC236}">
                  <a16:creationId xmlns:a16="http://schemas.microsoft.com/office/drawing/2014/main" id="{227E8A1F-833E-5000-5430-36119C99C91B}"/>
                </a:ext>
              </a:extLst>
            </p:cNvPr>
            <p:cNvSpPr/>
            <p:nvPr/>
          </p:nvSpPr>
          <p:spPr>
            <a:xfrm>
              <a:off x="1142524" y="5370673"/>
              <a:ext cx="3402330" cy="425290"/>
            </a:xfrm>
            <a:prstGeom prst="rect">
              <a:avLst/>
            </a:prstGeom>
            <a:noFill/>
            <a:ln/>
          </p:spPr>
          <p:txBody>
            <a:bodyPr wrap="none" lIns="0" tIns="0" rIns="0" bIns="0" rtlCol="0" anchor="t"/>
            <a:lstStyle/>
            <a:p>
              <a:pPr marL="0" indent="0" algn="l">
                <a:lnSpc>
                  <a:spcPts val="3300"/>
                </a:lnSpc>
                <a:buNone/>
              </a:pPr>
              <a:r>
                <a:rPr lang="en-US" sz="16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Feature Scaling</a:t>
              </a:r>
              <a:endParaRPr lang="en-US" sz="16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35" name="Text 13">
              <a:extLst>
                <a:ext uri="{FF2B5EF4-FFF2-40B4-BE49-F238E27FC236}">
                  <a16:creationId xmlns:a16="http://schemas.microsoft.com/office/drawing/2014/main" id="{F29E6E4D-1A8D-A8BB-1D93-01D682687BEB}"/>
                </a:ext>
              </a:extLst>
            </p:cNvPr>
            <p:cNvSpPr/>
            <p:nvPr/>
          </p:nvSpPr>
          <p:spPr>
            <a:xfrm>
              <a:off x="1142524" y="6053257"/>
              <a:ext cx="5801916" cy="1088708"/>
            </a:xfrm>
            <a:prstGeom prst="rect">
              <a:avLst/>
            </a:prstGeom>
            <a:noFill/>
            <a:ln/>
          </p:spPr>
          <p:txBody>
            <a:bodyPr wrap="square" lIns="0" tIns="0" rIns="0" bIns="0" rtlCol="0" anchor="t"/>
            <a:lstStyle/>
            <a:p>
              <a:pPr marL="0" indent="0" algn="l">
                <a:buNone/>
              </a:pPr>
              <a:r>
                <a:rPr lang="en-US" sz="1200" dirty="0">
                  <a:solidFill>
                    <a:srgbClr val="C7CDD6"/>
                  </a:solidFill>
                  <a:latin typeface="Arial" panose="020B0604020202020204" pitchFamily="34" charset="0"/>
                  <a:ea typeface="Inter" pitchFamily="34" charset="-122"/>
                  <a:cs typeface="Arial" panose="020B0604020202020204" pitchFamily="34" charset="0"/>
                </a:rPr>
                <a:t>Applied normalization to scale numerical features (e.g., sales, horsepower, engine size) so that all variables contribute equally to model training.</a:t>
              </a:r>
            </a:p>
          </p:txBody>
        </p:sp>
        <p:sp>
          <p:nvSpPr>
            <p:cNvPr id="36" name="Shape 14">
              <a:extLst>
                <a:ext uri="{FF2B5EF4-FFF2-40B4-BE49-F238E27FC236}">
                  <a16:creationId xmlns:a16="http://schemas.microsoft.com/office/drawing/2014/main" id="{4612AAB5-0C71-ADC1-CD0A-C0576EB11656}"/>
                </a:ext>
              </a:extLst>
            </p:cNvPr>
            <p:cNvSpPr/>
            <p:nvPr/>
          </p:nvSpPr>
          <p:spPr>
            <a:xfrm>
              <a:off x="7428548" y="5234583"/>
              <a:ext cx="6408063" cy="2164675"/>
            </a:xfrm>
            <a:prstGeom prst="roundRect">
              <a:avLst>
                <a:gd name="adj" fmla="val 6759"/>
              </a:avLst>
            </a:prstGeom>
            <a:solidFill>
              <a:srgbClr val="242429"/>
            </a:solidFill>
            <a:ln w="30480">
              <a:solidFill>
                <a:srgbClr val="5C5C61"/>
              </a:solidFill>
              <a:prstDash val="solid"/>
            </a:ln>
          </p:spPr>
        </p:sp>
        <p:sp>
          <p:nvSpPr>
            <p:cNvPr id="37" name="Shape 15">
              <a:extLst>
                <a:ext uri="{FF2B5EF4-FFF2-40B4-BE49-F238E27FC236}">
                  <a16:creationId xmlns:a16="http://schemas.microsoft.com/office/drawing/2014/main" id="{AFC70B61-D88B-0272-10FF-E7FF44680D16}"/>
                </a:ext>
              </a:extLst>
            </p:cNvPr>
            <p:cNvSpPr/>
            <p:nvPr/>
          </p:nvSpPr>
          <p:spPr>
            <a:xfrm>
              <a:off x="7398067" y="5234583"/>
              <a:ext cx="121920" cy="2164675"/>
            </a:xfrm>
            <a:prstGeom prst="roundRect">
              <a:avLst>
                <a:gd name="adj" fmla="val 27907"/>
              </a:avLst>
            </a:prstGeom>
            <a:solidFill>
              <a:srgbClr val="FDC4C4"/>
            </a:solidFill>
            <a:ln/>
          </p:spPr>
        </p:sp>
        <p:sp>
          <p:nvSpPr>
            <p:cNvPr id="38" name="Text 16">
              <a:extLst>
                <a:ext uri="{FF2B5EF4-FFF2-40B4-BE49-F238E27FC236}">
                  <a16:creationId xmlns:a16="http://schemas.microsoft.com/office/drawing/2014/main" id="{2053A8C5-6032-7AA1-9290-06F443C7C437}"/>
                </a:ext>
              </a:extLst>
            </p:cNvPr>
            <p:cNvSpPr/>
            <p:nvPr/>
          </p:nvSpPr>
          <p:spPr>
            <a:xfrm>
              <a:off x="7777282" y="5370673"/>
              <a:ext cx="4223504" cy="425290"/>
            </a:xfrm>
            <a:prstGeom prst="rect">
              <a:avLst/>
            </a:prstGeom>
            <a:noFill/>
            <a:ln/>
          </p:spPr>
          <p:txBody>
            <a:bodyPr wrap="none" lIns="0" tIns="0" rIns="0" bIns="0" rtlCol="0" anchor="t"/>
            <a:lstStyle/>
            <a:p>
              <a:pPr marL="0" indent="0" algn="l">
                <a:lnSpc>
                  <a:spcPts val="3300"/>
                </a:lnSpc>
                <a:buNone/>
              </a:pPr>
              <a:r>
                <a:rPr lang="en-US" sz="16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Encoding Categorical Data</a:t>
              </a:r>
              <a:endParaRPr lang="en-US" sz="16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39" name="Text 17">
              <a:extLst>
                <a:ext uri="{FF2B5EF4-FFF2-40B4-BE49-F238E27FC236}">
                  <a16:creationId xmlns:a16="http://schemas.microsoft.com/office/drawing/2014/main" id="{10463228-96FE-68D9-FD6B-BEA4D6E504A2}"/>
                </a:ext>
              </a:extLst>
            </p:cNvPr>
            <p:cNvSpPr/>
            <p:nvPr/>
          </p:nvSpPr>
          <p:spPr>
            <a:xfrm>
              <a:off x="7777282" y="6053257"/>
              <a:ext cx="5802035" cy="1088708"/>
            </a:xfrm>
            <a:prstGeom prst="rect">
              <a:avLst/>
            </a:prstGeom>
            <a:noFill/>
            <a:ln/>
          </p:spPr>
          <p:txBody>
            <a:bodyPr wrap="square" lIns="0" tIns="0" rIns="0" bIns="0" rtlCol="0" anchor="t"/>
            <a:lstStyle/>
            <a:p>
              <a:pPr marL="0" indent="0" algn="l">
                <a:buNone/>
              </a:pPr>
              <a:r>
                <a:rPr lang="en-US" sz="1200" dirty="0">
                  <a:solidFill>
                    <a:srgbClr val="C7CDD6"/>
                  </a:solidFill>
                  <a:latin typeface="Arial" panose="020B0604020202020204" pitchFamily="34" charset="0"/>
                  <a:ea typeface="Inter" pitchFamily="34" charset="-122"/>
                  <a:cs typeface="Arial" panose="020B0604020202020204" pitchFamily="34" charset="0"/>
                </a:rPr>
                <a:t>One-hot encoded categorical variables such as manufacturer and vehicle type to convert them into a usable format for regression models.</a:t>
              </a:r>
            </a:p>
          </p:txBody>
        </p:sp>
      </p:grpSp>
    </p:spTree>
    <p:extLst>
      <p:ext uri="{BB962C8B-B14F-4D97-AF65-F5344CB8AC3E}">
        <p14:creationId xmlns:p14="http://schemas.microsoft.com/office/powerpoint/2010/main" val="170761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5D6B5-51F0-5D0B-05D2-5DDA1796FC42}"/>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266694E2-6CF8-B727-CF1A-B575CA8565ED}"/>
              </a:ext>
            </a:extLst>
          </p:cNvPr>
          <p:cNvSpPr/>
          <p:nvPr/>
        </p:nvSpPr>
        <p:spPr>
          <a:xfrm>
            <a:off x="0" y="0"/>
            <a:ext cx="12192000" cy="6858000"/>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Arial" panose="020B0604020202020204" pitchFamily="34" charset="0"/>
              <a:cs typeface="Arial" panose="020B0604020202020204" pitchFamily="34" charset="0"/>
            </a:endParaRPr>
          </a:p>
        </p:txBody>
      </p:sp>
      <p:sp>
        <p:nvSpPr>
          <p:cNvPr id="4" name="Text 0">
            <a:extLst>
              <a:ext uri="{FF2B5EF4-FFF2-40B4-BE49-F238E27FC236}">
                <a16:creationId xmlns:a16="http://schemas.microsoft.com/office/drawing/2014/main" id="{AA986840-4322-2B51-38F8-280DFE2096C9}"/>
              </a:ext>
            </a:extLst>
          </p:cNvPr>
          <p:cNvSpPr/>
          <p:nvPr/>
        </p:nvSpPr>
        <p:spPr>
          <a:xfrm>
            <a:off x="950259" y="748734"/>
            <a:ext cx="12192000" cy="708779"/>
          </a:xfrm>
          <a:prstGeom prst="rect">
            <a:avLst/>
          </a:prstGeom>
          <a:noFill/>
          <a:ln/>
        </p:spPr>
        <p:txBody>
          <a:bodyPr wrap="none" lIns="0" tIns="0" rIns="0" bIns="0" rtlCol="0" anchor="t"/>
          <a:lstStyle/>
          <a:p>
            <a:pPr>
              <a:lnSpc>
                <a:spcPts val="7700"/>
              </a:lnSpc>
            </a:pPr>
            <a:r>
              <a:rPr lang="en-US" sz="4800" b="1">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Algorithm Selection</a:t>
            </a:r>
            <a:endParaRPr lang="en-US" sz="48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B26FAF45-5CC0-3675-A2A4-EEE17FCEAA46}"/>
              </a:ext>
            </a:extLst>
          </p:cNvPr>
          <p:cNvSpPr txBox="1"/>
          <p:nvPr/>
        </p:nvSpPr>
        <p:spPr>
          <a:xfrm>
            <a:off x="488538" y="2248079"/>
            <a:ext cx="5784338" cy="3600986"/>
          </a:xfrm>
          <a:prstGeom prst="rect">
            <a:avLst/>
          </a:prstGeom>
          <a:noFill/>
        </p:spPr>
        <p:txBody>
          <a:bodyPr wrap="square">
            <a:spAutoFit/>
          </a:bodyPr>
          <a:lstStyle/>
          <a:p>
            <a:pPr marL="342900" indent="-342900">
              <a:buSzPct val="100000"/>
              <a:buChar char="•"/>
            </a:pPr>
            <a:r>
              <a:rPr lang="en-IN" sz="1200" dirty="0">
                <a:solidFill>
                  <a:srgbClr val="C7CDD6"/>
                </a:solidFill>
                <a:latin typeface="Arial" panose="020B0604020202020204" pitchFamily="34" charset="0"/>
                <a:ea typeface="Inter" pitchFamily="34" charset="-122"/>
                <a:cs typeface="Arial" panose="020B0604020202020204" pitchFamily="34" charset="0"/>
              </a:rPr>
              <a:t>To ensure the final model was robust and generalizable, all three algorithms (Linear Regression, Decision Tree, and Random Forest) were benchmarked using K-Fold Cross-Validation (K=5).</a:t>
            </a:r>
            <a:r>
              <a:rPr lang="en-US" sz="1200" dirty="0">
                <a:solidFill>
                  <a:srgbClr val="C7CDD6"/>
                </a:solidFill>
                <a:latin typeface="Arial" panose="020B0604020202020204" pitchFamily="34" charset="0"/>
                <a:ea typeface="Inter" pitchFamily="34" charset="-122"/>
                <a:cs typeface="Arial" panose="020B0604020202020204" pitchFamily="34" charset="0"/>
              </a:rPr>
              <a:t>.</a:t>
            </a:r>
          </a:p>
          <a:p>
            <a:pPr algn="l">
              <a:buSzPct val="100000"/>
            </a:pPr>
            <a:endParaRPr lang="en-US" sz="1200" dirty="0">
              <a:solidFill>
                <a:srgbClr val="C7CDD6"/>
              </a:solidFill>
              <a:latin typeface="Arial" panose="020B0604020202020204" pitchFamily="34" charset="0"/>
              <a:ea typeface="Inter" pitchFamily="34" charset="-122"/>
              <a:cs typeface="Arial" panose="020B0604020202020204" pitchFamily="34" charset="0"/>
            </a:endParaRPr>
          </a:p>
          <a:p>
            <a:pPr marL="342900" indent="-342900">
              <a:buSzPct val="100000"/>
              <a:buFontTx/>
              <a:buChar char="•"/>
            </a:pPr>
            <a:r>
              <a:rPr lang="en-US" sz="1200" dirty="0">
                <a:solidFill>
                  <a:srgbClr val="C7CDD6"/>
                </a:solidFill>
                <a:latin typeface="Arial" panose="020B0604020202020204" pitchFamily="34" charset="0"/>
                <a:ea typeface="Inter" pitchFamily="34" charset="-122"/>
                <a:cs typeface="Arial" panose="020B0604020202020204" pitchFamily="34" charset="0"/>
              </a:rPr>
              <a:t>Final model selection was based on comparative performance using objective error metrics (root mean squared error and R-squared score) on test data.</a:t>
            </a:r>
          </a:p>
          <a:p>
            <a:pPr marL="342900" indent="-342900">
              <a:buSzPct val="100000"/>
              <a:buFontTx/>
              <a:buChar char="•"/>
            </a:pPr>
            <a:endParaRPr lang="en-US" sz="1200" dirty="0">
              <a:latin typeface="Arial" panose="020B0604020202020204" pitchFamily="34" charset="0"/>
              <a:cs typeface="Arial" panose="020B0604020202020204" pitchFamily="34" charset="0"/>
            </a:endParaRPr>
          </a:p>
          <a:p>
            <a:pPr marL="342900" indent="-342900">
              <a:buSzPct val="100000"/>
              <a:buFontTx/>
              <a:buChar char="•"/>
            </a:pPr>
            <a:r>
              <a:rPr lang="en-US" sz="1200" dirty="0">
                <a:solidFill>
                  <a:srgbClr val="C7CDD6"/>
                </a:solidFill>
                <a:latin typeface="Arial" panose="020B0604020202020204" pitchFamily="34" charset="0"/>
                <a:ea typeface="Inter" pitchFamily="34" charset="-122"/>
                <a:cs typeface="Arial" panose="020B0604020202020204" pitchFamily="34" charset="0"/>
              </a:rPr>
              <a:t>Decision Tree Regression was chosen for its superior ability to handle complex, non-linear interactions in the dataset.</a:t>
            </a:r>
            <a:br>
              <a:rPr lang="en-US" sz="1200" dirty="0">
                <a:solidFill>
                  <a:srgbClr val="C7CDD6"/>
                </a:solidFill>
                <a:latin typeface="Arial" panose="020B0604020202020204" pitchFamily="34" charset="0"/>
                <a:ea typeface="Inter" pitchFamily="34" charset="-122"/>
                <a:cs typeface="Arial" panose="020B0604020202020204" pitchFamily="34" charset="0"/>
              </a:rPr>
            </a:br>
            <a:endParaRPr lang="en-US" sz="1200" dirty="0">
              <a:solidFill>
                <a:srgbClr val="C7CDD6"/>
              </a:solidFill>
              <a:latin typeface="Arial" panose="020B0604020202020204" pitchFamily="34" charset="0"/>
              <a:ea typeface="Inter" pitchFamily="34" charset="-122"/>
              <a:cs typeface="Arial" panose="020B0604020202020204" pitchFamily="34" charset="0"/>
            </a:endParaRPr>
          </a:p>
          <a:p>
            <a:pPr marL="342900" indent="-342900">
              <a:buSzPct val="100000"/>
              <a:buFontTx/>
              <a:buChar char="•"/>
            </a:pPr>
            <a:r>
              <a:rPr lang="en-IN" sz="1200" dirty="0">
                <a:solidFill>
                  <a:srgbClr val="C7CDD6"/>
                </a:solidFill>
                <a:latin typeface="Arial" panose="020B0604020202020204" pitchFamily="34" charset="0"/>
                <a:ea typeface="Inter" pitchFamily="34" charset="-122"/>
                <a:cs typeface="Arial" panose="020B0604020202020204" pitchFamily="34" charset="0"/>
              </a:rPr>
              <a:t>Expanded the model search to include Random Forest Regression, an ensemble technique. This was done to leverage bagging and feature randomization, which significantly reduces the risk of overfitting (a common issue with single Decision Trees) and typically yields higher accuracy.</a:t>
            </a:r>
            <a:br>
              <a:rPr lang="en-IN" sz="1200" dirty="0">
                <a:solidFill>
                  <a:srgbClr val="C7CDD6"/>
                </a:solidFill>
                <a:latin typeface="Arial" panose="020B0604020202020204" pitchFamily="34" charset="0"/>
                <a:ea typeface="Inter" pitchFamily="34" charset="-122"/>
                <a:cs typeface="Arial" panose="020B0604020202020204" pitchFamily="34" charset="0"/>
              </a:rPr>
            </a:br>
            <a:endParaRPr lang="en-IN" sz="1200" dirty="0">
              <a:solidFill>
                <a:srgbClr val="C7CDD6"/>
              </a:solidFill>
              <a:latin typeface="Arial" panose="020B0604020202020204" pitchFamily="34" charset="0"/>
              <a:ea typeface="Inter" pitchFamily="34" charset="-122"/>
              <a:cs typeface="Arial" panose="020B0604020202020204" pitchFamily="34" charset="0"/>
            </a:endParaRPr>
          </a:p>
          <a:p>
            <a:pPr marL="342900" indent="-342900">
              <a:buSzPct val="100000"/>
              <a:buFontTx/>
              <a:buChar char="•"/>
            </a:pPr>
            <a:r>
              <a:rPr lang="en-IN" sz="1200" dirty="0">
                <a:solidFill>
                  <a:srgbClr val="C7CDD6"/>
                </a:solidFill>
                <a:latin typeface="Arial" panose="020B0604020202020204" pitchFamily="34" charset="0"/>
                <a:ea typeface="Inter" pitchFamily="34" charset="-122"/>
                <a:cs typeface="Arial" panose="020B0604020202020204" pitchFamily="34" charset="0"/>
              </a:rPr>
              <a:t>This validation technique provided a highly reliable performance score for each model, ensuring the chosen algorithm was the best predictor across different subsets of the data.</a:t>
            </a:r>
            <a:endParaRPr lang="en-US" sz="1200" dirty="0">
              <a:solidFill>
                <a:srgbClr val="C7CDD6"/>
              </a:solidFill>
              <a:latin typeface="Arial" panose="020B0604020202020204" pitchFamily="34" charset="0"/>
              <a:ea typeface="Inter" pitchFamily="34" charset="-122"/>
              <a:cs typeface="Arial" panose="020B0604020202020204" pitchFamily="34" charset="0"/>
            </a:endParaRPr>
          </a:p>
          <a:p>
            <a:pPr algn="l">
              <a:buSzPct val="100000"/>
            </a:pPr>
            <a:endParaRPr lang="en-US" sz="1200" dirty="0">
              <a:latin typeface="Arial" panose="020B0604020202020204" pitchFamily="34" charset="0"/>
              <a:cs typeface="Arial" panose="020B0604020202020204" pitchFamily="34" charset="0"/>
            </a:endParaRPr>
          </a:p>
        </p:txBody>
      </p:sp>
      <p:sp>
        <p:nvSpPr>
          <p:cNvPr id="38" name="Rectangle 37">
            <a:extLst>
              <a:ext uri="{FF2B5EF4-FFF2-40B4-BE49-F238E27FC236}">
                <a16:creationId xmlns:a16="http://schemas.microsoft.com/office/drawing/2014/main" id="{F17F903D-9E29-5A96-F143-DA577E890064}"/>
              </a:ext>
            </a:extLst>
          </p:cNvPr>
          <p:cNvSpPr/>
          <p:nvPr/>
        </p:nvSpPr>
        <p:spPr>
          <a:xfrm>
            <a:off x="89647" y="71718"/>
            <a:ext cx="12012706" cy="6678706"/>
          </a:xfrm>
          <a:prstGeom prst="rect">
            <a:avLst/>
          </a:prstGeom>
          <a:noFill/>
          <a:ln>
            <a:solidFill>
              <a:srgbClr val="FDC4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a:extLst>
              <a:ext uri="{FF2B5EF4-FFF2-40B4-BE49-F238E27FC236}">
                <a16:creationId xmlns:a16="http://schemas.microsoft.com/office/drawing/2014/main" id="{368C128E-DD63-D3AA-6E63-B7A058608709}"/>
              </a:ext>
            </a:extLst>
          </p:cNvPr>
          <p:cNvSpPr/>
          <p:nvPr/>
        </p:nvSpPr>
        <p:spPr>
          <a:xfrm>
            <a:off x="950259" y="478015"/>
            <a:ext cx="2835235" cy="354330"/>
          </a:xfrm>
          <a:prstGeom prst="rect">
            <a:avLst/>
          </a:prstGeom>
          <a:noFill/>
          <a:ln/>
        </p:spPr>
        <p:txBody>
          <a:bodyPr wrap="none" lIns="0" tIns="0" rIns="0" bIns="0" rtlCol="0" anchor="t"/>
          <a:lstStyle/>
          <a:p>
            <a:pPr>
              <a:lnSpc>
                <a:spcPts val="2750"/>
              </a:lnSpc>
            </a:pPr>
            <a:r>
              <a:rPr lang="en-US" sz="2400" dirty="0">
                <a:solidFill>
                  <a:srgbClr val="FDC4C4"/>
                </a:solidFill>
                <a:latin typeface="Arial" panose="020B0604020202020204" pitchFamily="34" charset="0"/>
                <a:ea typeface="Instrument Sans Medium" pitchFamily="34" charset="-122"/>
                <a:cs typeface="Arial" panose="020B0604020202020204" pitchFamily="34" charset="0"/>
              </a:rPr>
              <a:t>Choosing the Best Predictor</a:t>
            </a:r>
            <a:endParaRPr lang="en-US" sz="2400" dirty="0">
              <a:latin typeface="Arial" panose="020B0604020202020204" pitchFamily="34" charset="0"/>
              <a:cs typeface="Arial" panose="020B0604020202020204" pitchFamily="34" charset="0"/>
            </a:endParaRPr>
          </a:p>
        </p:txBody>
      </p:sp>
      <p:grpSp>
        <p:nvGrpSpPr>
          <p:cNvPr id="22" name="Group 21">
            <a:extLst>
              <a:ext uri="{FF2B5EF4-FFF2-40B4-BE49-F238E27FC236}">
                <a16:creationId xmlns:a16="http://schemas.microsoft.com/office/drawing/2014/main" id="{C48A2BFE-CF2B-73D2-C650-A2AB090057B2}"/>
              </a:ext>
            </a:extLst>
          </p:cNvPr>
          <p:cNvGrpSpPr/>
          <p:nvPr/>
        </p:nvGrpSpPr>
        <p:grpSpPr>
          <a:xfrm>
            <a:off x="6051390" y="1529231"/>
            <a:ext cx="5675222" cy="4194089"/>
            <a:chOff x="6039815" y="1269083"/>
            <a:chExt cx="5675222" cy="4194089"/>
          </a:xfrm>
        </p:grpSpPr>
        <p:pic>
          <p:nvPicPr>
            <p:cNvPr id="6" name="Image 0" descr="preencoded.png">
              <a:extLst>
                <a:ext uri="{FF2B5EF4-FFF2-40B4-BE49-F238E27FC236}">
                  <a16:creationId xmlns:a16="http://schemas.microsoft.com/office/drawing/2014/main" id="{17D53F2B-9D63-190C-BBD6-93BF5B727409}"/>
                </a:ext>
              </a:extLst>
            </p:cNvPr>
            <p:cNvPicPr>
              <a:picLocks noChangeAspect="1"/>
            </p:cNvPicPr>
            <p:nvPr/>
          </p:nvPicPr>
          <p:blipFill>
            <a:blip r:embed="rId2"/>
            <a:srcRect l="51727"/>
            <a:stretch>
              <a:fillRect/>
            </a:stretch>
          </p:blipFill>
          <p:spPr>
            <a:xfrm>
              <a:off x="9053745" y="1269083"/>
              <a:ext cx="2469099" cy="2384906"/>
            </a:xfrm>
            <a:prstGeom prst="rect">
              <a:avLst/>
            </a:prstGeom>
          </p:spPr>
        </p:pic>
        <p:sp>
          <p:nvSpPr>
            <p:cNvPr id="11" name="TextBox 10">
              <a:extLst>
                <a:ext uri="{FF2B5EF4-FFF2-40B4-BE49-F238E27FC236}">
                  <a16:creationId xmlns:a16="http://schemas.microsoft.com/office/drawing/2014/main" id="{04466B10-05F6-3893-73DF-FC091205B01F}"/>
                </a:ext>
              </a:extLst>
            </p:cNvPr>
            <p:cNvSpPr txBox="1"/>
            <p:nvPr/>
          </p:nvSpPr>
          <p:spPr>
            <a:xfrm>
              <a:off x="6039815" y="2448763"/>
              <a:ext cx="1722417" cy="435697"/>
            </a:xfrm>
            <a:prstGeom prst="rect">
              <a:avLst/>
            </a:prstGeom>
            <a:noFill/>
          </p:spPr>
          <p:txBody>
            <a:bodyPr wrap="square">
              <a:spAutoFit/>
            </a:bodyPr>
            <a:lstStyle/>
            <a:p>
              <a:pPr marL="0" indent="0" algn="r">
                <a:lnSpc>
                  <a:spcPts val="1350"/>
                </a:lnSpc>
                <a:buNone/>
              </a:pPr>
              <a:r>
                <a:rPr lang="en-US" sz="1000" dirty="0">
                  <a:solidFill>
                    <a:srgbClr val="C7CDD6"/>
                  </a:solidFill>
                  <a:latin typeface="Arial" panose="020B0604020202020204" pitchFamily="34" charset="0"/>
                  <a:ea typeface="Inter" pitchFamily="34" charset="-122"/>
                  <a:cs typeface="Arial" panose="020B0604020202020204" pitchFamily="34" charset="0"/>
                </a:rPr>
                <a:t>Higher</a:t>
              </a:r>
              <a:br>
                <a:rPr lang="en-US" sz="1000" dirty="0">
                  <a:solidFill>
                    <a:srgbClr val="C7CDD6"/>
                  </a:solidFill>
                  <a:latin typeface="Arial" panose="020B0604020202020204" pitchFamily="34" charset="0"/>
                  <a:ea typeface="Inter" pitchFamily="34" charset="-122"/>
                  <a:cs typeface="Arial" panose="020B0604020202020204" pitchFamily="34" charset="0"/>
                </a:rPr>
              </a:br>
              <a:r>
                <a:rPr lang="en-US" sz="1000" dirty="0">
                  <a:solidFill>
                    <a:srgbClr val="C7CDD6"/>
                  </a:solidFill>
                  <a:latin typeface="Arial" panose="020B0604020202020204" pitchFamily="34" charset="0"/>
                  <a:ea typeface="Inter" pitchFamily="34" charset="-122"/>
                  <a:cs typeface="Arial" panose="020B0604020202020204" pitchFamily="34" charset="0"/>
                </a:rPr>
                <a:t>Accuracy</a:t>
              </a:r>
              <a:endParaRPr lang="en-US" sz="10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F1B357ED-C9B7-7FC3-8E19-8661F0781A9F}"/>
                </a:ext>
              </a:extLst>
            </p:cNvPr>
            <p:cNvSpPr txBox="1"/>
            <p:nvPr/>
          </p:nvSpPr>
          <p:spPr>
            <a:xfrm>
              <a:off x="6546291" y="3955186"/>
              <a:ext cx="1185041" cy="435697"/>
            </a:xfrm>
            <a:prstGeom prst="rect">
              <a:avLst/>
            </a:prstGeom>
            <a:noFill/>
          </p:spPr>
          <p:txBody>
            <a:bodyPr wrap="square">
              <a:spAutoFit/>
            </a:bodyPr>
            <a:lstStyle/>
            <a:p>
              <a:pPr algn="r">
                <a:lnSpc>
                  <a:spcPts val="1350"/>
                </a:lnSpc>
              </a:pPr>
              <a:r>
                <a:rPr lang="en-US" sz="1000" dirty="0">
                  <a:solidFill>
                    <a:srgbClr val="C7CDD6"/>
                  </a:solidFill>
                  <a:latin typeface="Arial" panose="020B0604020202020204" pitchFamily="34" charset="0"/>
                  <a:ea typeface="Inter" pitchFamily="34" charset="-122"/>
                  <a:cs typeface="Arial" panose="020B0604020202020204" pitchFamily="34" charset="0"/>
                </a:rPr>
                <a:t>Reduces risk of</a:t>
              </a:r>
              <a:br>
                <a:rPr lang="en-US" sz="1000" dirty="0">
                  <a:solidFill>
                    <a:srgbClr val="C7CDD6"/>
                  </a:solidFill>
                  <a:latin typeface="Arial" panose="020B0604020202020204" pitchFamily="34" charset="0"/>
                  <a:ea typeface="Inter" pitchFamily="34" charset="-122"/>
                  <a:cs typeface="Arial" panose="020B0604020202020204" pitchFamily="34" charset="0"/>
                </a:rPr>
              </a:br>
              <a:r>
                <a:rPr lang="en-US" sz="1000" dirty="0">
                  <a:solidFill>
                    <a:srgbClr val="C7CDD6"/>
                  </a:solidFill>
                  <a:latin typeface="Arial" panose="020B0604020202020204" pitchFamily="34" charset="0"/>
                  <a:ea typeface="Inter" pitchFamily="34" charset="-122"/>
                  <a:cs typeface="Arial" panose="020B0604020202020204" pitchFamily="34" charset="0"/>
                </a:rPr>
                <a:t>Overfitting</a:t>
              </a:r>
              <a:endParaRPr lang="en-US" sz="1000"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10AE80BE-91DA-8E85-57E9-9056795C41AA}"/>
                </a:ext>
              </a:extLst>
            </p:cNvPr>
            <p:cNvSpPr txBox="1"/>
            <p:nvPr/>
          </p:nvSpPr>
          <p:spPr>
            <a:xfrm>
              <a:off x="10236232" y="3469310"/>
              <a:ext cx="1364703" cy="485876"/>
            </a:xfrm>
            <a:prstGeom prst="rect">
              <a:avLst/>
            </a:prstGeom>
            <a:noFill/>
          </p:spPr>
          <p:txBody>
            <a:bodyPr wrap="square">
              <a:spAutoFit/>
            </a:bodyPr>
            <a:lstStyle/>
            <a:p>
              <a:pPr>
                <a:lnSpc>
                  <a:spcPts val="1350"/>
                </a:lnSpc>
              </a:pPr>
              <a:r>
                <a:rPr lang="en-US" sz="1000" dirty="0">
                  <a:solidFill>
                    <a:srgbClr val="C7CDD6"/>
                  </a:solidFill>
                  <a:latin typeface="Arial" panose="020B0604020202020204" pitchFamily="34" charset="0"/>
                  <a:ea typeface="Inter" pitchFamily="34" charset="-122"/>
                  <a:cs typeface="Arial" panose="020B0604020202020204" pitchFamily="34" charset="0"/>
                </a:rPr>
                <a:t>Captures non-linear patterns</a:t>
              </a:r>
            </a:p>
          </p:txBody>
        </p:sp>
        <p:sp>
          <p:nvSpPr>
            <p:cNvPr id="32" name="TextBox 31">
              <a:extLst>
                <a:ext uri="{FF2B5EF4-FFF2-40B4-BE49-F238E27FC236}">
                  <a16:creationId xmlns:a16="http://schemas.microsoft.com/office/drawing/2014/main" id="{E9A11D90-61E2-732E-0743-D3130D323C61}"/>
                </a:ext>
              </a:extLst>
            </p:cNvPr>
            <p:cNvSpPr txBox="1"/>
            <p:nvPr/>
          </p:nvSpPr>
          <p:spPr>
            <a:xfrm>
              <a:off x="10288294" y="4956661"/>
              <a:ext cx="1426743" cy="435697"/>
            </a:xfrm>
            <a:prstGeom prst="rect">
              <a:avLst/>
            </a:prstGeom>
            <a:noFill/>
          </p:spPr>
          <p:txBody>
            <a:bodyPr wrap="square">
              <a:spAutoFit/>
            </a:bodyPr>
            <a:lstStyle/>
            <a:p>
              <a:pPr marL="0" indent="0" algn="l">
                <a:lnSpc>
                  <a:spcPts val="1350"/>
                </a:lnSpc>
                <a:buNone/>
              </a:pPr>
              <a:r>
                <a:rPr lang="en-US" sz="1000" dirty="0">
                  <a:solidFill>
                    <a:srgbClr val="C7CDD6"/>
                  </a:solidFill>
                  <a:latin typeface="Arial" panose="020B0604020202020204" pitchFamily="34" charset="0"/>
                  <a:ea typeface="Inter" pitchFamily="34" charset="-122"/>
                  <a:cs typeface="Arial" panose="020B0604020202020204" pitchFamily="34" charset="0"/>
                </a:rPr>
                <a:t>Handl0es complex</a:t>
              </a:r>
              <a:br>
                <a:rPr lang="en-US" sz="1000" dirty="0">
                  <a:solidFill>
                    <a:srgbClr val="C7CDD6"/>
                  </a:solidFill>
                  <a:latin typeface="Arial" panose="020B0604020202020204" pitchFamily="34" charset="0"/>
                  <a:ea typeface="Inter" pitchFamily="34" charset="-122"/>
                  <a:cs typeface="Arial" panose="020B0604020202020204" pitchFamily="34" charset="0"/>
                </a:rPr>
              </a:br>
              <a:r>
                <a:rPr lang="en-US" sz="1000" dirty="0">
                  <a:solidFill>
                    <a:srgbClr val="C7CDD6"/>
                  </a:solidFill>
                  <a:latin typeface="Arial" panose="020B0604020202020204" pitchFamily="34" charset="0"/>
                  <a:ea typeface="Inter" pitchFamily="34" charset="-122"/>
                  <a:cs typeface="Arial" panose="020B0604020202020204" pitchFamily="34" charset="0"/>
                </a:rPr>
                <a:t>dataset</a:t>
              </a:r>
            </a:p>
          </p:txBody>
        </p:sp>
        <p:pic>
          <p:nvPicPr>
            <p:cNvPr id="5" name="Image 0" descr="preencoded.png">
              <a:extLst>
                <a:ext uri="{FF2B5EF4-FFF2-40B4-BE49-F238E27FC236}">
                  <a16:creationId xmlns:a16="http://schemas.microsoft.com/office/drawing/2014/main" id="{0F569177-73E6-B796-733D-83BCDE36472D}"/>
                </a:ext>
              </a:extLst>
            </p:cNvPr>
            <p:cNvPicPr>
              <a:picLocks noChangeAspect="1"/>
            </p:cNvPicPr>
            <p:nvPr/>
          </p:nvPicPr>
          <p:blipFill>
            <a:blip r:embed="rId2"/>
            <a:srcRect r="47527"/>
            <a:stretch>
              <a:fillRect/>
            </a:stretch>
          </p:blipFill>
          <p:spPr>
            <a:xfrm>
              <a:off x="6358036" y="2134529"/>
              <a:ext cx="2683884" cy="2384906"/>
            </a:xfrm>
            <a:prstGeom prst="rect">
              <a:avLst/>
            </a:prstGeom>
          </p:spPr>
        </p:pic>
        <p:pic>
          <p:nvPicPr>
            <p:cNvPr id="8" name="Image 0" descr="preencoded.png">
              <a:extLst>
                <a:ext uri="{FF2B5EF4-FFF2-40B4-BE49-F238E27FC236}">
                  <a16:creationId xmlns:a16="http://schemas.microsoft.com/office/drawing/2014/main" id="{92603970-855F-16B1-F647-55493A665A60}"/>
                </a:ext>
              </a:extLst>
            </p:cNvPr>
            <p:cNvPicPr>
              <a:picLocks noChangeAspect="1"/>
            </p:cNvPicPr>
            <p:nvPr/>
          </p:nvPicPr>
          <p:blipFill>
            <a:blip r:embed="rId2"/>
            <a:srcRect l="51727"/>
            <a:stretch>
              <a:fillRect/>
            </a:stretch>
          </p:blipFill>
          <p:spPr>
            <a:xfrm>
              <a:off x="9066438" y="3078266"/>
              <a:ext cx="2469099" cy="2384906"/>
            </a:xfrm>
            <a:prstGeom prst="rect">
              <a:avLst/>
            </a:prstGeom>
          </p:spPr>
        </p:pic>
        <p:sp>
          <p:nvSpPr>
            <p:cNvPr id="10" name="TextBox 9">
              <a:extLst>
                <a:ext uri="{FF2B5EF4-FFF2-40B4-BE49-F238E27FC236}">
                  <a16:creationId xmlns:a16="http://schemas.microsoft.com/office/drawing/2014/main" id="{F70A559F-3252-415E-430E-1EF6BD7BC691}"/>
                </a:ext>
              </a:extLst>
            </p:cNvPr>
            <p:cNvSpPr txBox="1"/>
            <p:nvPr/>
          </p:nvSpPr>
          <p:spPr>
            <a:xfrm>
              <a:off x="10236231" y="1612788"/>
              <a:ext cx="1364703" cy="435697"/>
            </a:xfrm>
            <a:prstGeom prst="rect">
              <a:avLst/>
            </a:prstGeom>
            <a:noFill/>
          </p:spPr>
          <p:txBody>
            <a:bodyPr wrap="square">
              <a:spAutoFit/>
            </a:bodyPr>
            <a:lstStyle/>
            <a:p>
              <a:pPr>
                <a:lnSpc>
                  <a:spcPts val="1350"/>
                </a:lnSpc>
              </a:pPr>
              <a:r>
                <a:rPr lang="en-US" sz="1000" dirty="0">
                  <a:solidFill>
                    <a:srgbClr val="C7CDD6"/>
                  </a:solidFill>
                  <a:latin typeface="Arial" panose="020B0604020202020204" pitchFamily="34" charset="0"/>
                  <a:ea typeface="Inter" pitchFamily="34" charset="-122"/>
                  <a:cs typeface="Arial" panose="020B0604020202020204" pitchFamily="34" charset="0"/>
                </a:rPr>
                <a:t>Assumes linear relationship</a:t>
              </a:r>
              <a:endParaRPr lang="en-US" sz="10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DB1967F-01E4-B51D-9DA8-2E04AB4210FC}"/>
                </a:ext>
              </a:extLst>
            </p:cNvPr>
            <p:cNvSpPr txBox="1"/>
            <p:nvPr/>
          </p:nvSpPr>
          <p:spPr>
            <a:xfrm>
              <a:off x="10257219" y="3031522"/>
              <a:ext cx="1426743" cy="256160"/>
            </a:xfrm>
            <a:prstGeom prst="rect">
              <a:avLst/>
            </a:prstGeom>
            <a:noFill/>
          </p:spPr>
          <p:txBody>
            <a:bodyPr wrap="square">
              <a:spAutoFit/>
            </a:bodyPr>
            <a:lstStyle/>
            <a:p>
              <a:pPr>
                <a:lnSpc>
                  <a:spcPts val="1350"/>
                </a:lnSpc>
              </a:pPr>
              <a:r>
                <a:rPr lang="en-US" sz="1000" dirty="0">
                  <a:solidFill>
                    <a:srgbClr val="C7CDD6"/>
                  </a:solidFill>
                  <a:latin typeface="Arial" panose="020B0604020202020204" pitchFamily="34" charset="0"/>
                  <a:ea typeface="Inter" pitchFamily="34" charset="-122"/>
                  <a:cs typeface="Arial" panose="020B0604020202020204" pitchFamily="34" charset="0"/>
                </a:rPr>
                <a:t>Sensitive to outliers</a:t>
              </a:r>
              <a:endParaRPr lang="en-US" sz="1000"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E4108F0C-D8E3-934A-9E5E-BCD285A72F36}"/>
                </a:ext>
              </a:extLst>
            </p:cNvPr>
            <p:cNvSpPr txBox="1"/>
            <p:nvPr/>
          </p:nvSpPr>
          <p:spPr>
            <a:xfrm>
              <a:off x="9116453" y="4088119"/>
              <a:ext cx="900953" cy="508922"/>
            </a:xfrm>
            <a:prstGeom prst="rect">
              <a:avLst/>
            </a:prstGeom>
            <a:noFill/>
          </p:spPr>
          <p:txBody>
            <a:bodyPr wrap="square">
              <a:spAutoFit/>
            </a:bodyPr>
            <a:lstStyle/>
            <a:p>
              <a:pPr algn="ctr">
                <a:lnSpc>
                  <a:spcPts val="1650"/>
                </a:lnSpc>
              </a:pPr>
              <a:r>
                <a:rPr lang="en-US" sz="1200" dirty="0">
                  <a:solidFill>
                    <a:srgbClr val="000000"/>
                  </a:solidFill>
                  <a:latin typeface="Arial" panose="020B0604020202020204" pitchFamily="34" charset="0"/>
                  <a:cs typeface="Arial" panose="020B0604020202020204" pitchFamily="34" charset="0"/>
                </a:rPr>
                <a:t>Decision Tree</a:t>
              </a:r>
            </a:p>
          </p:txBody>
        </p:sp>
        <p:sp>
          <p:nvSpPr>
            <p:cNvPr id="18" name="TextBox 17">
              <a:extLst>
                <a:ext uri="{FF2B5EF4-FFF2-40B4-BE49-F238E27FC236}">
                  <a16:creationId xmlns:a16="http://schemas.microsoft.com/office/drawing/2014/main" id="{9420E292-424B-A59C-E426-27D2885FB468}"/>
                </a:ext>
              </a:extLst>
            </p:cNvPr>
            <p:cNvSpPr txBox="1"/>
            <p:nvPr/>
          </p:nvSpPr>
          <p:spPr>
            <a:xfrm>
              <a:off x="9073274" y="2278958"/>
              <a:ext cx="987311" cy="508922"/>
            </a:xfrm>
            <a:prstGeom prst="rect">
              <a:avLst/>
            </a:prstGeom>
            <a:noFill/>
          </p:spPr>
          <p:txBody>
            <a:bodyPr wrap="square">
              <a:spAutoFit/>
            </a:bodyPr>
            <a:lstStyle/>
            <a:p>
              <a:pPr algn="ctr">
                <a:lnSpc>
                  <a:spcPts val="1650"/>
                </a:lnSpc>
              </a:pPr>
              <a:r>
                <a:rPr lang="en-US" sz="1200" dirty="0">
                  <a:solidFill>
                    <a:srgbClr val="000000"/>
                  </a:solidFill>
                  <a:latin typeface="Arial" panose="020B0604020202020204" pitchFamily="34" charset="0"/>
                  <a:cs typeface="Arial" panose="020B0604020202020204" pitchFamily="34" charset="0"/>
                </a:rPr>
                <a:t>Linear Regression</a:t>
              </a:r>
            </a:p>
          </p:txBody>
        </p:sp>
        <p:sp>
          <p:nvSpPr>
            <p:cNvPr id="20" name="TextBox 19">
              <a:extLst>
                <a:ext uri="{FF2B5EF4-FFF2-40B4-BE49-F238E27FC236}">
                  <a16:creationId xmlns:a16="http://schemas.microsoft.com/office/drawing/2014/main" id="{FA558339-B498-FFD6-8C0A-CC34D75B9552}"/>
                </a:ext>
              </a:extLst>
            </p:cNvPr>
            <p:cNvSpPr txBox="1"/>
            <p:nvPr/>
          </p:nvSpPr>
          <p:spPr>
            <a:xfrm>
              <a:off x="7942062" y="3122853"/>
              <a:ext cx="900953" cy="508922"/>
            </a:xfrm>
            <a:prstGeom prst="rect">
              <a:avLst/>
            </a:prstGeom>
            <a:noFill/>
          </p:spPr>
          <p:txBody>
            <a:bodyPr wrap="square">
              <a:spAutoFit/>
            </a:bodyPr>
            <a:lstStyle/>
            <a:p>
              <a:pPr algn="ctr">
                <a:lnSpc>
                  <a:spcPts val="1650"/>
                </a:lnSpc>
              </a:pPr>
              <a:r>
                <a:rPr lang="en-US" sz="1200" dirty="0">
                  <a:solidFill>
                    <a:srgbClr val="000000"/>
                  </a:solidFill>
                  <a:latin typeface="Arial" panose="020B0604020202020204" pitchFamily="34" charset="0"/>
                  <a:cs typeface="Arial" panose="020B0604020202020204" pitchFamily="34" charset="0"/>
                </a:rPr>
                <a:t>Random forest</a:t>
              </a:r>
            </a:p>
          </p:txBody>
        </p:sp>
      </p:grpSp>
    </p:spTree>
    <p:extLst>
      <p:ext uri="{BB962C8B-B14F-4D97-AF65-F5344CB8AC3E}">
        <p14:creationId xmlns:p14="http://schemas.microsoft.com/office/powerpoint/2010/main" val="1452469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DEB3C-35F7-0494-C505-29692BBEE4E9}"/>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91D07FBC-0F0E-9A2C-F92C-2F4AD5E0BDE5}"/>
              </a:ext>
            </a:extLst>
          </p:cNvPr>
          <p:cNvSpPr/>
          <p:nvPr/>
        </p:nvSpPr>
        <p:spPr>
          <a:xfrm>
            <a:off x="0" y="0"/>
            <a:ext cx="12192000" cy="6858000"/>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Arial" panose="020B0604020202020204" pitchFamily="34" charset="0"/>
              <a:cs typeface="Arial" panose="020B0604020202020204" pitchFamily="34" charset="0"/>
            </a:endParaRPr>
          </a:p>
        </p:txBody>
      </p:sp>
      <p:sp>
        <p:nvSpPr>
          <p:cNvPr id="4" name="Text 0">
            <a:extLst>
              <a:ext uri="{FF2B5EF4-FFF2-40B4-BE49-F238E27FC236}">
                <a16:creationId xmlns:a16="http://schemas.microsoft.com/office/drawing/2014/main" id="{A43F6642-83DE-7BC5-5674-F43B8C61823F}"/>
              </a:ext>
            </a:extLst>
          </p:cNvPr>
          <p:cNvSpPr/>
          <p:nvPr/>
        </p:nvSpPr>
        <p:spPr>
          <a:xfrm>
            <a:off x="950259" y="748734"/>
            <a:ext cx="12192000" cy="708779"/>
          </a:xfrm>
          <a:prstGeom prst="rect">
            <a:avLst/>
          </a:prstGeom>
          <a:noFill/>
          <a:ln/>
        </p:spPr>
        <p:txBody>
          <a:bodyPr wrap="none" lIns="0" tIns="0" rIns="0" bIns="0" rtlCol="0" anchor="t"/>
          <a:lstStyle/>
          <a:p>
            <a:pPr>
              <a:lnSpc>
                <a:spcPts val="7150"/>
              </a:lnSpc>
            </a:pPr>
            <a:r>
              <a:rPr lang="en-US" sz="48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Performance Measurement</a:t>
            </a:r>
            <a:endParaRPr lang="en-US" sz="4800"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2" name="Text 0">
            <a:extLst>
              <a:ext uri="{FF2B5EF4-FFF2-40B4-BE49-F238E27FC236}">
                <a16:creationId xmlns:a16="http://schemas.microsoft.com/office/drawing/2014/main" id="{DE987990-A465-3AE3-59B1-0376075FE013}"/>
              </a:ext>
            </a:extLst>
          </p:cNvPr>
          <p:cNvSpPr/>
          <p:nvPr/>
        </p:nvSpPr>
        <p:spPr>
          <a:xfrm>
            <a:off x="950259" y="478015"/>
            <a:ext cx="2835235" cy="354330"/>
          </a:xfrm>
          <a:prstGeom prst="rect">
            <a:avLst/>
          </a:prstGeom>
          <a:noFill/>
          <a:ln/>
        </p:spPr>
        <p:txBody>
          <a:bodyPr wrap="none" lIns="0" tIns="0" rIns="0" bIns="0" rtlCol="0" anchor="t"/>
          <a:lstStyle/>
          <a:p>
            <a:pPr>
              <a:lnSpc>
                <a:spcPts val="2550"/>
              </a:lnSpc>
            </a:pPr>
            <a:r>
              <a:rPr lang="en-US" sz="2400" dirty="0">
                <a:solidFill>
                  <a:srgbClr val="FDC4C4"/>
                </a:solidFill>
                <a:latin typeface="Arial" panose="020B0604020202020204" pitchFamily="34" charset="0"/>
                <a:ea typeface="Instrument Sans Medium" pitchFamily="34" charset="-122"/>
                <a:cs typeface="Arial" panose="020B0604020202020204" pitchFamily="34" charset="0"/>
              </a:rPr>
              <a:t>Validating Accuracy</a:t>
            </a:r>
            <a:endParaRPr lang="en-US" sz="2400" dirty="0">
              <a:latin typeface="Arial" panose="020B0604020202020204" pitchFamily="34" charset="0"/>
              <a:cs typeface="Arial" panose="020B0604020202020204" pitchFamily="34" charset="0"/>
            </a:endParaRPr>
          </a:p>
        </p:txBody>
      </p:sp>
      <p:sp>
        <p:nvSpPr>
          <p:cNvPr id="18" name="Text 1">
            <a:extLst>
              <a:ext uri="{FF2B5EF4-FFF2-40B4-BE49-F238E27FC236}">
                <a16:creationId xmlns:a16="http://schemas.microsoft.com/office/drawing/2014/main" id="{166CDF6B-1861-60CD-A567-6145C861F7D1}"/>
              </a:ext>
            </a:extLst>
          </p:cNvPr>
          <p:cNvSpPr/>
          <p:nvPr/>
        </p:nvSpPr>
        <p:spPr>
          <a:xfrm>
            <a:off x="950259" y="1992807"/>
            <a:ext cx="10453550" cy="290860"/>
          </a:xfrm>
          <a:prstGeom prst="rect">
            <a:avLst/>
          </a:prstGeom>
          <a:noFill/>
          <a:ln/>
        </p:spPr>
        <p:txBody>
          <a:bodyPr wrap="none" lIns="0" tIns="0" rIns="0" bIns="0" rtlCol="0" anchor="t"/>
          <a:lstStyle/>
          <a:p>
            <a:pPr>
              <a:lnSpc>
                <a:spcPts val="2650"/>
              </a:lnSpc>
            </a:pPr>
            <a:r>
              <a:rPr lang="en-US" dirty="0">
                <a:solidFill>
                  <a:srgbClr val="C7CDD6"/>
                </a:solidFill>
                <a:latin typeface="Inter" pitchFamily="34" charset="0"/>
                <a:ea typeface="Inter" pitchFamily="34" charset="-122"/>
                <a:cs typeface="Inter" pitchFamily="34" charset="-120"/>
              </a:rPr>
              <a:t>Our model's performance was rigorously evaluated using key metrics and visual assessments:</a:t>
            </a:r>
            <a:endParaRPr lang="en-US" dirty="0"/>
          </a:p>
        </p:txBody>
      </p:sp>
      <p:grpSp>
        <p:nvGrpSpPr>
          <p:cNvPr id="39" name="Group 38">
            <a:extLst>
              <a:ext uri="{FF2B5EF4-FFF2-40B4-BE49-F238E27FC236}">
                <a16:creationId xmlns:a16="http://schemas.microsoft.com/office/drawing/2014/main" id="{62FAEBFE-CA82-D247-7FB2-D556F7099A1E}"/>
              </a:ext>
            </a:extLst>
          </p:cNvPr>
          <p:cNvGrpSpPr/>
          <p:nvPr/>
        </p:nvGrpSpPr>
        <p:grpSpPr>
          <a:xfrm>
            <a:off x="6415459" y="2648387"/>
            <a:ext cx="5135932" cy="1484340"/>
            <a:chOff x="6415459" y="2944225"/>
            <a:chExt cx="5135932" cy="1484340"/>
          </a:xfrm>
        </p:grpSpPr>
        <p:sp>
          <p:nvSpPr>
            <p:cNvPr id="21" name="Shape 5">
              <a:extLst>
                <a:ext uri="{FF2B5EF4-FFF2-40B4-BE49-F238E27FC236}">
                  <a16:creationId xmlns:a16="http://schemas.microsoft.com/office/drawing/2014/main" id="{03276CCE-5A0A-315D-B4CA-BE9F0BED9FA1}"/>
                </a:ext>
              </a:extLst>
            </p:cNvPr>
            <p:cNvSpPr/>
            <p:nvPr/>
          </p:nvSpPr>
          <p:spPr>
            <a:xfrm>
              <a:off x="6415459" y="2944225"/>
              <a:ext cx="5135932" cy="1484340"/>
            </a:xfrm>
            <a:prstGeom prst="roundRect">
              <a:avLst>
                <a:gd name="adj" fmla="val 2038"/>
              </a:avLst>
            </a:prstGeom>
            <a:solidFill>
              <a:srgbClr val="434348"/>
            </a:solidFill>
            <a:ln/>
          </p:spPr>
        </p:sp>
        <p:sp>
          <p:nvSpPr>
            <p:cNvPr id="22" name="Text 6">
              <a:extLst>
                <a:ext uri="{FF2B5EF4-FFF2-40B4-BE49-F238E27FC236}">
                  <a16:creationId xmlns:a16="http://schemas.microsoft.com/office/drawing/2014/main" id="{8AF977A5-61D7-3454-91DC-0C17D773818D}"/>
                </a:ext>
              </a:extLst>
            </p:cNvPr>
            <p:cNvSpPr/>
            <p:nvPr/>
          </p:nvSpPr>
          <p:spPr>
            <a:xfrm>
              <a:off x="6608569" y="3045506"/>
              <a:ext cx="2272382" cy="283988"/>
            </a:xfrm>
            <a:prstGeom prst="rect">
              <a:avLst/>
            </a:prstGeom>
            <a:noFill/>
            <a:ln/>
          </p:spPr>
          <p:txBody>
            <a:bodyPr wrap="none" lIns="0" tIns="0" rIns="0" bIns="0" rtlCol="0" anchor="t"/>
            <a:lstStyle/>
            <a:p>
              <a:pPr marL="0" indent="0" algn="l">
                <a:lnSpc>
                  <a:spcPts val="2750"/>
                </a:lnSpc>
                <a:buNone/>
              </a:pPr>
              <a:r>
                <a:rPr lang="en-US" b="1" dirty="0">
                  <a:solidFill>
                    <a:srgbClr val="C7CDD6"/>
                  </a:solidFill>
                  <a:latin typeface="Arial" panose="020B0604020202020204" pitchFamily="34" charset="0"/>
                  <a:ea typeface="Instrument Sans Medium" pitchFamily="34" charset="-122"/>
                  <a:cs typeface="Arial" panose="020B0604020202020204" pitchFamily="34" charset="0"/>
                </a:rPr>
                <a:t>R-Squared (R²)</a:t>
              </a:r>
              <a:endParaRPr lang="en-US" b="1" dirty="0">
                <a:latin typeface="Arial" panose="020B0604020202020204" pitchFamily="34" charset="0"/>
                <a:cs typeface="Arial" panose="020B0604020202020204" pitchFamily="34" charset="0"/>
              </a:endParaRPr>
            </a:p>
          </p:txBody>
        </p:sp>
        <p:sp>
          <p:nvSpPr>
            <p:cNvPr id="23" name="Text 7">
              <a:extLst>
                <a:ext uri="{FF2B5EF4-FFF2-40B4-BE49-F238E27FC236}">
                  <a16:creationId xmlns:a16="http://schemas.microsoft.com/office/drawing/2014/main" id="{9A3BB93B-EA7A-CBEB-A944-FB5A983D6728}"/>
                </a:ext>
              </a:extLst>
            </p:cNvPr>
            <p:cNvSpPr/>
            <p:nvPr/>
          </p:nvSpPr>
          <p:spPr>
            <a:xfrm>
              <a:off x="6608569" y="3479520"/>
              <a:ext cx="4224804" cy="581718"/>
            </a:xfrm>
            <a:prstGeom prst="rect">
              <a:avLst/>
            </a:prstGeom>
            <a:noFill/>
            <a:ln/>
          </p:spPr>
          <p:txBody>
            <a:bodyPr wrap="square" lIns="0" tIns="0" rIns="0" bIns="0" rtlCol="0" anchor="t"/>
            <a:lstStyle/>
            <a:p>
              <a:r>
                <a:rPr lang="en-US" sz="1400" dirty="0">
                  <a:solidFill>
                    <a:srgbClr val="C7CDD6"/>
                  </a:solidFill>
                  <a:latin typeface="Arial" panose="020B0604020202020204" pitchFamily="34" charset="0"/>
                  <a:ea typeface="Inter" pitchFamily="34" charset="-122"/>
                  <a:cs typeface="Arial" panose="020B0604020202020204" pitchFamily="34" charset="0"/>
                </a:rPr>
                <a:t>Measures how effectively the model explains the variance in automobile prices, showing the proportion of dependent variable variation predictable from the independent variables.</a:t>
              </a:r>
              <a:endParaRPr lang="en-US" sz="1400" dirty="0">
                <a:latin typeface="Arial" panose="020B0604020202020204" pitchFamily="34" charset="0"/>
                <a:cs typeface="Arial" panose="020B0604020202020204" pitchFamily="34" charset="0"/>
              </a:endParaRPr>
            </a:p>
          </p:txBody>
        </p:sp>
      </p:grpSp>
      <p:grpSp>
        <p:nvGrpSpPr>
          <p:cNvPr id="38" name="Group 37">
            <a:extLst>
              <a:ext uri="{FF2B5EF4-FFF2-40B4-BE49-F238E27FC236}">
                <a16:creationId xmlns:a16="http://schemas.microsoft.com/office/drawing/2014/main" id="{9FE37CBB-2F02-482F-0C21-72BAF3C64D76}"/>
              </a:ext>
            </a:extLst>
          </p:cNvPr>
          <p:cNvGrpSpPr/>
          <p:nvPr/>
        </p:nvGrpSpPr>
        <p:grpSpPr>
          <a:xfrm>
            <a:off x="895306" y="2648387"/>
            <a:ext cx="5135836" cy="1484340"/>
            <a:chOff x="895306" y="2944225"/>
            <a:chExt cx="5135836" cy="1484340"/>
          </a:xfrm>
        </p:grpSpPr>
        <p:sp>
          <p:nvSpPr>
            <p:cNvPr id="19" name="Shape 2">
              <a:extLst>
                <a:ext uri="{FF2B5EF4-FFF2-40B4-BE49-F238E27FC236}">
                  <a16:creationId xmlns:a16="http://schemas.microsoft.com/office/drawing/2014/main" id="{03F18FF8-A07A-62D2-4EE3-C3E0890F84FB}"/>
                </a:ext>
              </a:extLst>
            </p:cNvPr>
            <p:cNvSpPr/>
            <p:nvPr/>
          </p:nvSpPr>
          <p:spPr>
            <a:xfrm>
              <a:off x="895306" y="2944225"/>
              <a:ext cx="5135836" cy="1484340"/>
            </a:xfrm>
            <a:prstGeom prst="roundRect">
              <a:avLst>
                <a:gd name="adj" fmla="val 2038"/>
              </a:avLst>
            </a:prstGeom>
            <a:solidFill>
              <a:srgbClr val="434348"/>
            </a:solidFill>
            <a:ln/>
          </p:spPr>
        </p:sp>
        <p:sp>
          <p:nvSpPr>
            <p:cNvPr id="20" name="Text 3">
              <a:extLst>
                <a:ext uri="{FF2B5EF4-FFF2-40B4-BE49-F238E27FC236}">
                  <a16:creationId xmlns:a16="http://schemas.microsoft.com/office/drawing/2014/main" id="{6BC59701-5F4C-2454-2747-8F73665407A8}"/>
                </a:ext>
              </a:extLst>
            </p:cNvPr>
            <p:cNvSpPr/>
            <p:nvPr/>
          </p:nvSpPr>
          <p:spPr>
            <a:xfrm>
              <a:off x="1160561" y="3045506"/>
              <a:ext cx="3515974" cy="283988"/>
            </a:xfrm>
            <a:prstGeom prst="rect">
              <a:avLst/>
            </a:prstGeom>
            <a:noFill/>
            <a:ln/>
          </p:spPr>
          <p:txBody>
            <a:bodyPr wrap="none" lIns="0" tIns="0" rIns="0" bIns="0" rtlCol="0" anchor="t"/>
            <a:lstStyle/>
            <a:p>
              <a:pPr marL="0" indent="0" algn="l">
                <a:lnSpc>
                  <a:spcPts val="2750"/>
                </a:lnSpc>
                <a:buNone/>
              </a:pPr>
              <a:r>
                <a:rPr lang="en-US" b="1" dirty="0">
                  <a:solidFill>
                    <a:srgbClr val="C7CDD6"/>
                  </a:solidFill>
                  <a:latin typeface="Arial" panose="020B0604020202020204" pitchFamily="34" charset="0"/>
                  <a:ea typeface="Instrument Sans Medium" pitchFamily="34" charset="-122"/>
                  <a:cs typeface="Arial" panose="020B0604020202020204" pitchFamily="34" charset="0"/>
                </a:rPr>
                <a:t>Root Mean Squared Error (RMSE)</a:t>
              </a:r>
              <a:endParaRPr 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DFE3CF64-CB9A-A65A-B080-2EAE80F8E8B9}"/>
                </a:ext>
              </a:extLst>
            </p:cNvPr>
            <p:cNvSpPr txBox="1"/>
            <p:nvPr/>
          </p:nvSpPr>
          <p:spPr>
            <a:xfrm>
              <a:off x="1160561" y="3476150"/>
              <a:ext cx="4854388" cy="738664"/>
            </a:xfrm>
            <a:prstGeom prst="rect">
              <a:avLst/>
            </a:prstGeom>
            <a:noFill/>
          </p:spPr>
          <p:txBody>
            <a:bodyPr wrap="square">
              <a:spAutoFit/>
            </a:bodyPr>
            <a:lstStyle/>
            <a:p>
              <a:r>
                <a:rPr lang="en-US" sz="1400" dirty="0">
                  <a:solidFill>
                    <a:srgbClr val="C7CDD6"/>
                  </a:solidFill>
                  <a:latin typeface="Arial" panose="020B0604020202020204" pitchFamily="34" charset="0"/>
                  <a:ea typeface="Inter" pitchFamily="34" charset="-122"/>
                  <a:cs typeface="Arial" panose="020B0604020202020204" pitchFamily="34" charset="0"/>
                </a:rPr>
                <a:t>Indicates the average magnitude of prediction errors, </a:t>
              </a:r>
            </a:p>
            <a:p>
              <a:r>
                <a:rPr lang="en-US" sz="1400" dirty="0">
                  <a:solidFill>
                    <a:srgbClr val="C7CDD6"/>
                  </a:solidFill>
                  <a:latin typeface="Arial" panose="020B0604020202020204" pitchFamily="34" charset="0"/>
                  <a:ea typeface="Inter" pitchFamily="34" charset="-122"/>
                  <a:cs typeface="Arial" panose="020B0604020202020204" pitchFamily="34" charset="0"/>
                </a:rPr>
                <a:t>giving a clear picture of how close our predictions are to </a:t>
              </a:r>
            </a:p>
            <a:p>
              <a:r>
                <a:rPr lang="en-US" sz="1400" dirty="0">
                  <a:solidFill>
                    <a:srgbClr val="C7CDD6"/>
                  </a:solidFill>
                  <a:latin typeface="Arial" panose="020B0604020202020204" pitchFamily="34" charset="0"/>
                  <a:ea typeface="Inter" pitchFamily="34" charset="-122"/>
                  <a:cs typeface="Arial" panose="020B0604020202020204" pitchFamily="34" charset="0"/>
                </a:rPr>
                <a:t>actual values.</a:t>
              </a:r>
            </a:p>
          </p:txBody>
        </p:sp>
      </p:grpSp>
      <p:sp>
        <p:nvSpPr>
          <p:cNvPr id="35" name="TextBox 34">
            <a:extLst>
              <a:ext uri="{FF2B5EF4-FFF2-40B4-BE49-F238E27FC236}">
                <a16:creationId xmlns:a16="http://schemas.microsoft.com/office/drawing/2014/main" id="{F0C41865-6B91-235A-2A49-8881166F53EF}"/>
              </a:ext>
            </a:extLst>
          </p:cNvPr>
          <p:cNvSpPr txBox="1"/>
          <p:nvPr/>
        </p:nvSpPr>
        <p:spPr>
          <a:xfrm>
            <a:off x="625240" y="4696100"/>
            <a:ext cx="10811803" cy="1490152"/>
          </a:xfrm>
          <a:prstGeom prst="rect">
            <a:avLst/>
          </a:prstGeom>
          <a:noFill/>
        </p:spPr>
        <p:txBody>
          <a:bodyPr wrap="square">
            <a:spAutoFit/>
          </a:bodyPr>
          <a:lstStyle/>
          <a:p>
            <a:pPr marL="342900" indent="-342900" algn="l">
              <a:buSzPct val="100000"/>
              <a:buChar char="•"/>
            </a:pPr>
            <a:r>
              <a:rPr lang="en-US" sz="1400" dirty="0">
                <a:solidFill>
                  <a:srgbClr val="C7CDD6"/>
                </a:solidFill>
                <a:latin typeface="Arial" panose="020B0604020202020204" pitchFamily="34" charset="0"/>
                <a:ea typeface="Inter" pitchFamily="34" charset="-122"/>
                <a:cs typeface="Arial" panose="020B0604020202020204" pitchFamily="34" charset="0"/>
              </a:rPr>
              <a:t>Visual comparisons of predicted versus actual car prices using scatter plots and error histograms helped assess overall model fit and identify discrepancies.</a:t>
            </a:r>
          </a:p>
          <a:p>
            <a:pPr algn="l">
              <a:buSzPct val="100000"/>
            </a:pPr>
            <a:endParaRPr lang="en-US" sz="1400" dirty="0">
              <a:solidFill>
                <a:srgbClr val="C7CDD6"/>
              </a:solidFill>
              <a:latin typeface="Arial" panose="020B0604020202020204" pitchFamily="34" charset="0"/>
              <a:ea typeface="Inter" pitchFamily="34" charset="-122"/>
              <a:cs typeface="Arial" panose="020B0604020202020204" pitchFamily="34" charset="0"/>
            </a:endParaRPr>
          </a:p>
          <a:p>
            <a:pPr marL="342900" indent="-342900">
              <a:buSzPct val="100000"/>
              <a:buFontTx/>
              <a:buChar char="•"/>
            </a:pPr>
            <a:r>
              <a:rPr lang="en-US" sz="1400" dirty="0">
                <a:solidFill>
                  <a:srgbClr val="C7CDD6"/>
                </a:solidFill>
                <a:latin typeface="Arial" panose="020B0604020202020204" pitchFamily="34" charset="0"/>
                <a:ea typeface="Inter" pitchFamily="34" charset="-122"/>
                <a:cs typeface="Arial" panose="020B0604020202020204" pitchFamily="34" charset="0"/>
              </a:rPr>
              <a:t>Model generalization was ensured by thoroughly testing on a hold-out sample, meticulously checking for any signs of overfitting to maintain robustness and reliability.</a:t>
            </a:r>
          </a:p>
          <a:p>
            <a:pPr marL="342900" indent="-342900" algn="l">
              <a:lnSpc>
                <a:spcPts val="2650"/>
              </a:lnSpc>
              <a:buSzPct val="100000"/>
              <a:buChar char="•"/>
            </a:pPr>
            <a:endParaRPr lang="en-US" sz="1800" dirty="0"/>
          </a:p>
        </p:txBody>
      </p:sp>
      <p:sp>
        <p:nvSpPr>
          <p:cNvPr id="40" name="Rectangle 39">
            <a:extLst>
              <a:ext uri="{FF2B5EF4-FFF2-40B4-BE49-F238E27FC236}">
                <a16:creationId xmlns:a16="http://schemas.microsoft.com/office/drawing/2014/main" id="{DD94D099-4272-CBEF-7E49-586C3BAEFA6A}"/>
              </a:ext>
            </a:extLst>
          </p:cNvPr>
          <p:cNvSpPr/>
          <p:nvPr/>
        </p:nvSpPr>
        <p:spPr>
          <a:xfrm>
            <a:off x="89647" y="71718"/>
            <a:ext cx="12012706" cy="6678706"/>
          </a:xfrm>
          <a:prstGeom prst="rect">
            <a:avLst/>
          </a:prstGeom>
          <a:noFill/>
          <a:ln>
            <a:solidFill>
              <a:srgbClr val="FDC4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11544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88EB1-B136-AF64-08BA-BD0B9570A44D}"/>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BA439735-43AF-0EFE-34AC-8A1B9BE3CE02}"/>
              </a:ext>
            </a:extLst>
          </p:cNvPr>
          <p:cNvSpPr/>
          <p:nvPr/>
        </p:nvSpPr>
        <p:spPr>
          <a:xfrm>
            <a:off x="0" y="0"/>
            <a:ext cx="12192000" cy="6858000"/>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Arial" panose="020B0604020202020204" pitchFamily="34" charset="0"/>
              <a:cs typeface="Arial" panose="020B0604020202020204" pitchFamily="34" charset="0"/>
            </a:endParaRPr>
          </a:p>
        </p:txBody>
      </p:sp>
      <p:sp>
        <p:nvSpPr>
          <p:cNvPr id="4" name="Text 0">
            <a:extLst>
              <a:ext uri="{FF2B5EF4-FFF2-40B4-BE49-F238E27FC236}">
                <a16:creationId xmlns:a16="http://schemas.microsoft.com/office/drawing/2014/main" id="{6B1474C4-354C-47FA-38A9-B35E8F97ED33}"/>
              </a:ext>
            </a:extLst>
          </p:cNvPr>
          <p:cNvSpPr/>
          <p:nvPr/>
        </p:nvSpPr>
        <p:spPr>
          <a:xfrm>
            <a:off x="950259" y="748734"/>
            <a:ext cx="12192000" cy="708779"/>
          </a:xfrm>
          <a:prstGeom prst="rect">
            <a:avLst/>
          </a:prstGeom>
          <a:noFill/>
          <a:ln/>
        </p:spPr>
        <p:txBody>
          <a:bodyPr wrap="none" lIns="0" tIns="0" rIns="0" bIns="0" rtlCol="0" anchor="t"/>
          <a:lstStyle/>
          <a:p>
            <a:pPr>
              <a:lnSpc>
                <a:spcPts val="7150"/>
              </a:lnSpc>
            </a:pPr>
            <a:r>
              <a:rPr lang="en-US" sz="48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Result Analysis</a:t>
            </a:r>
          </a:p>
        </p:txBody>
      </p:sp>
      <p:sp>
        <p:nvSpPr>
          <p:cNvPr id="2" name="Text 0">
            <a:extLst>
              <a:ext uri="{FF2B5EF4-FFF2-40B4-BE49-F238E27FC236}">
                <a16:creationId xmlns:a16="http://schemas.microsoft.com/office/drawing/2014/main" id="{EAC8C75C-FA10-7704-CA05-ABCFC2733239}"/>
              </a:ext>
            </a:extLst>
          </p:cNvPr>
          <p:cNvSpPr/>
          <p:nvPr/>
        </p:nvSpPr>
        <p:spPr>
          <a:xfrm>
            <a:off x="950259" y="478015"/>
            <a:ext cx="2835235" cy="354330"/>
          </a:xfrm>
          <a:prstGeom prst="rect">
            <a:avLst/>
          </a:prstGeom>
          <a:noFill/>
          <a:ln/>
        </p:spPr>
        <p:txBody>
          <a:bodyPr wrap="none" lIns="0" tIns="0" rIns="0" bIns="0" rtlCol="0" anchor="t"/>
          <a:lstStyle/>
          <a:p>
            <a:pPr>
              <a:lnSpc>
                <a:spcPts val="2550"/>
              </a:lnSpc>
            </a:pPr>
            <a:r>
              <a:rPr lang="en-US" sz="2400" dirty="0">
                <a:solidFill>
                  <a:srgbClr val="FDC4C4"/>
                </a:solidFill>
                <a:latin typeface="Arial" panose="020B0604020202020204" pitchFamily="34" charset="0"/>
                <a:ea typeface="Instrument Sans Medium" pitchFamily="34" charset="-122"/>
                <a:cs typeface="Arial" panose="020B0604020202020204" pitchFamily="34" charset="0"/>
              </a:rPr>
              <a:t>Key Findings</a:t>
            </a:r>
          </a:p>
        </p:txBody>
      </p:sp>
      <p:sp>
        <p:nvSpPr>
          <p:cNvPr id="18" name="Text 1">
            <a:extLst>
              <a:ext uri="{FF2B5EF4-FFF2-40B4-BE49-F238E27FC236}">
                <a16:creationId xmlns:a16="http://schemas.microsoft.com/office/drawing/2014/main" id="{2F298A6A-9B2C-3E6C-7C5E-7C321E3044B0}"/>
              </a:ext>
            </a:extLst>
          </p:cNvPr>
          <p:cNvSpPr/>
          <p:nvPr/>
        </p:nvSpPr>
        <p:spPr>
          <a:xfrm>
            <a:off x="950259" y="1773243"/>
            <a:ext cx="10488706" cy="598461"/>
          </a:xfrm>
          <a:prstGeom prst="rect">
            <a:avLst/>
          </a:prstGeom>
          <a:noFill/>
          <a:ln/>
        </p:spPr>
        <p:txBody>
          <a:bodyPr wrap="none" lIns="0" tIns="0" rIns="0" bIns="0" rtlCol="0" anchor="t"/>
          <a:lstStyle/>
          <a:p>
            <a:r>
              <a:rPr lang="en-IN" sz="1600" dirty="0">
                <a:solidFill>
                  <a:srgbClr val="C7CDD6"/>
                </a:solidFill>
                <a:latin typeface="Arial" panose="020B0604020202020204" pitchFamily="34" charset="0"/>
                <a:ea typeface="Inter" pitchFamily="34" charset="-122"/>
                <a:cs typeface="Arial" panose="020B0604020202020204" pitchFamily="34" charset="0"/>
              </a:rPr>
              <a:t>Random forest Regression outperformed Decision Tree Regression and Linear Regression in both RMSE and R², delivering more reliable and </a:t>
            </a:r>
          </a:p>
          <a:p>
            <a:r>
              <a:rPr lang="en-IN" sz="1600" dirty="0">
                <a:solidFill>
                  <a:srgbClr val="C7CDD6"/>
                </a:solidFill>
                <a:latin typeface="Arial" panose="020B0604020202020204" pitchFamily="34" charset="0"/>
                <a:ea typeface="Inter" pitchFamily="34" charset="-122"/>
                <a:cs typeface="Arial" panose="020B0604020202020204" pitchFamily="34" charset="0"/>
              </a:rPr>
              <a:t>precise predictions.</a:t>
            </a:r>
          </a:p>
        </p:txBody>
      </p:sp>
      <p:grpSp>
        <p:nvGrpSpPr>
          <p:cNvPr id="25" name="Group 24">
            <a:extLst>
              <a:ext uri="{FF2B5EF4-FFF2-40B4-BE49-F238E27FC236}">
                <a16:creationId xmlns:a16="http://schemas.microsoft.com/office/drawing/2014/main" id="{562E5F84-3374-C76B-A465-440C7A548C51}"/>
              </a:ext>
            </a:extLst>
          </p:cNvPr>
          <p:cNvGrpSpPr/>
          <p:nvPr/>
        </p:nvGrpSpPr>
        <p:grpSpPr>
          <a:xfrm>
            <a:off x="888329" y="4700119"/>
            <a:ext cx="10669946" cy="1484341"/>
            <a:chOff x="811721" y="4486296"/>
            <a:chExt cx="10669946" cy="1484341"/>
          </a:xfrm>
        </p:grpSpPr>
        <p:sp>
          <p:nvSpPr>
            <p:cNvPr id="3" name="Shape 9">
              <a:extLst>
                <a:ext uri="{FF2B5EF4-FFF2-40B4-BE49-F238E27FC236}">
                  <a16:creationId xmlns:a16="http://schemas.microsoft.com/office/drawing/2014/main" id="{0E3295DB-DAAC-BB44-6E07-213E5CB1A91D}"/>
                </a:ext>
              </a:extLst>
            </p:cNvPr>
            <p:cNvSpPr/>
            <p:nvPr/>
          </p:nvSpPr>
          <p:spPr>
            <a:xfrm>
              <a:off x="811721" y="4486296"/>
              <a:ext cx="10669946" cy="1484341"/>
            </a:xfrm>
            <a:prstGeom prst="roundRect">
              <a:avLst>
                <a:gd name="adj" fmla="val 1797"/>
              </a:avLst>
            </a:prstGeom>
            <a:solidFill>
              <a:srgbClr val="4A0303"/>
            </a:solidFill>
            <a:ln/>
          </p:spPr>
          <p:txBody>
            <a:bodyPr/>
            <a:lstStyle/>
            <a:p>
              <a:endParaRPr lang="en-IN"/>
            </a:p>
          </p:txBody>
        </p:sp>
        <p:pic>
          <p:nvPicPr>
            <p:cNvPr id="5" name="Image 0">
              <a:extLst>
                <a:ext uri="{FF2B5EF4-FFF2-40B4-BE49-F238E27FC236}">
                  <a16:creationId xmlns:a16="http://schemas.microsoft.com/office/drawing/2014/main" id="{97537235-5661-31F1-3919-32A8BB3F1A6D}"/>
                </a:ext>
              </a:extLst>
            </p:cNvPr>
            <p:cNvPicPr>
              <a:picLocks noChangeAspect="1"/>
            </p:cNvPicPr>
            <p:nvPr/>
          </p:nvPicPr>
          <p:blipFill>
            <a:blip r:embed="rId2"/>
            <a:stretch>
              <a:fillRect/>
            </a:stretch>
          </p:blipFill>
          <p:spPr>
            <a:xfrm>
              <a:off x="1097807" y="4774924"/>
              <a:ext cx="283488" cy="226814"/>
            </a:xfrm>
            <a:prstGeom prst="rect">
              <a:avLst/>
            </a:prstGeom>
          </p:spPr>
        </p:pic>
        <p:sp>
          <p:nvSpPr>
            <p:cNvPr id="6" name="Text 10">
              <a:extLst>
                <a:ext uri="{FF2B5EF4-FFF2-40B4-BE49-F238E27FC236}">
                  <a16:creationId xmlns:a16="http://schemas.microsoft.com/office/drawing/2014/main" id="{F509FF4E-0DCD-5F26-B0D7-6700D438613F}"/>
                </a:ext>
              </a:extLst>
            </p:cNvPr>
            <p:cNvSpPr/>
            <p:nvPr/>
          </p:nvSpPr>
          <p:spPr>
            <a:xfrm>
              <a:off x="1495046" y="4769785"/>
              <a:ext cx="8904011" cy="463906"/>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400" dirty="0">
                  <a:solidFill>
                    <a:srgbClr val="FFFFFF"/>
                  </a:solidFill>
                  <a:latin typeface="Arial" panose="020B0604020202020204" pitchFamily="34" charset="0"/>
                  <a:ea typeface="Inter" pitchFamily="34" charset="-122"/>
                  <a:cs typeface="Arial" panose="020B0604020202020204" pitchFamily="34" charset="0"/>
                </a:rPr>
                <a:t>Analysis showed that the most influential features impacting automobile prices were </a:t>
              </a:r>
              <a:r>
                <a:rPr lang="en-US" sz="1400" dirty="0">
                  <a:solidFill>
                    <a:srgbClr val="FDC4C4"/>
                  </a:solidFill>
                  <a:latin typeface="Arial" panose="020B0604020202020204" pitchFamily="34" charset="0"/>
                  <a:ea typeface="Inter" pitchFamily="34" charset="-122"/>
                  <a:cs typeface="Arial" panose="020B0604020202020204" pitchFamily="34" charset="0"/>
                </a:rPr>
                <a:t>manufacturer, engine size, horsepower, and fuel efficiency</a:t>
              </a:r>
              <a:r>
                <a:rPr lang="en-US" sz="1400" dirty="0">
                  <a:solidFill>
                    <a:srgbClr val="FFFFFF"/>
                  </a:solidFill>
                  <a:latin typeface="Arial" panose="020B0604020202020204" pitchFamily="34" charset="0"/>
                  <a:ea typeface="Inter" pitchFamily="34" charset="-122"/>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sp>
          <p:nvSpPr>
            <p:cNvPr id="7" name="Text 11">
              <a:extLst>
                <a:ext uri="{FF2B5EF4-FFF2-40B4-BE49-F238E27FC236}">
                  <a16:creationId xmlns:a16="http://schemas.microsoft.com/office/drawing/2014/main" id="{9E03CF95-7647-F141-9F43-7AFD2C0D7A65}"/>
                </a:ext>
              </a:extLst>
            </p:cNvPr>
            <p:cNvSpPr/>
            <p:nvPr/>
          </p:nvSpPr>
          <p:spPr>
            <a:xfrm>
              <a:off x="1453731" y="5321798"/>
              <a:ext cx="9284537" cy="362903"/>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850"/>
                </a:lnSpc>
                <a:buNone/>
              </a:pPr>
              <a:r>
                <a:rPr lang="en-US" sz="1400" dirty="0">
                  <a:solidFill>
                    <a:srgbClr val="FFFFFF"/>
                  </a:solidFill>
                  <a:latin typeface="Arial" panose="020B0604020202020204" pitchFamily="34" charset="0"/>
                  <a:ea typeface="Inter" pitchFamily="34" charset="-122"/>
                  <a:cs typeface="Arial" panose="020B0604020202020204" pitchFamily="34" charset="0"/>
                </a:rPr>
                <a:t>The model successfully differentiated between different manufacturer and vehicle type effects on pricing.</a:t>
              </a:r>
            </a:p>
          </p:txBody>
        </p:sp>
      </p:grpSp>
      <p:sp>
        <p:nvSpPr>
          <p:cNvPr id="27" name="Rectangle 26">
            <a:extLst>
              <a:ext uri="{FF2B5EF4-FFF2-40B4-BE49-F238E27FC236}">
                <a16:creationId xmlns:a16="http://schemas.microsoft.com/office/drawing/2014/main" id="{A32019C7-9F36-C1EF-D079-B312AAFD006F}"/>
              </a:ext>
            </a:extLst>
          </p:cNvPr>
          <p:cNvSpPr/>
          <p:nvPr/>
        </p:nvSpPr>
        <p:spPr>
          <a:xfrm>
            <a:off x="89647" y="71718"/>
            <a:ext cx="12012706" cy="6678706"/>
          </a:xfrm>
          <a:prstGeom prst="rect">
            <a:avLst/>
          </a:prstGeom>
          <a:noFill/>
          <a:ln>
            <a:solidFill>
              <a:srgbClr val="FDC4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6606DD9B-E99B-2E15-17DD-E957F2ADBB5B}"/>
              </a:ext>
            </a:extLst>
          </p:cNvPr>
          <p:cNvPicPr>
            <a:picLocks noChangeAspect="1"/>
          </p:cNvPicPr>
          <p:nvPr/>
        </p:nvPicPr>
        <p:blipFill>
          <a:blip r:embed="rId3"/>
          <a:stretch>
            <a:fillRect/>
          </a:stretch>
        </p:blipFill>
        <p:spPr>
          <a:xfrm>
            <a:off x="950259" y="2790418"/>
            <a:ext cx="7100770" cy="1484341"/>
          </a:xfrm>
          <a:prstGeom prst="rect">
            <a:avLst/>
          </a:prstGeom>
        </p:spPr>
      </p:pic>
    </p:spTree>
    <p:extLst>
      <p:ext uri="{BB962C8B-B14F-4D97-AF65-F5344CB8AC3E}">
        <p14:creationId xmlns:p14="http://schemas.microsoft.com/office/powerpoint/2010/main" val="262345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86FCB-61A5-C5F2-54AD-0E349E27E1D5}"/>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CEEA289A-547E-1695-5B52-1D3B4651DC72}"/>
              </a:ext>
            </a:extLst>
          </p:cNvPr>
          <p:cNvSpPr/>
          <p:nvPr/>
        </p:nvSpPr>
        <p:spPr>
          <a:xfrm>
            <a:off x="0" y="0"/>
            <a:ext cx="12192000" cy="6858000"/>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Arial" panose="020B0604020202020204" pitchFamily="34" charset="0"/>
              <a:cs typeface="Arial" panose="020B0604020202020204" pitchFamily="34" charset="0"/>
            </a:endParaRPr>
          </a:p>
        </p:txBody>
      </p:sp>
      <p:sp>
        <p:nvSpPr>
          <p:cNvPr id="4" name="Text 0">
            <a:extLst>
              <a:ext uri="{FF2B5EF4-FFF2-40B4-BE49-F238E27FC236}">
                <a16:creationId xmlns:a16="http://schemas.microsoft.com/office/drawing/2014/main" id="{2696125B-E0BD-9A8E-0F6D-D107AD4B7504}"/>
              </a:ext>
            </a:extLst>
          </p:cNvPr>
          <p:cNvSpPr/>
          <p:nvPr/>
        </p:nvSpPr>
        <p:spPr>
          <a:xfrm>
            <a:off x="950259" y="748734"/>
            <a:ext cx="12192000" cy="708779"/>
          </a:xfrm>
          <a:prstGeom prst="rect">
            <a:avLst/>
          </a:prstGeom>
          <a:noFill/>
          <a:ln/>
        </p:spPr>
        <p:txBody>
          <a:bodyPr wrap="none" lIns="0" tIns="0" rIns="0" bIns="0" rtlCol="0" anchor="t"/>
          <a:lstStyle/>
          <a:p>
            <a:pPr>
              <a:lnSpc>
                <a:spcPts val="7150"/>
              </a:lnSpc>
            </a:pPr>
            <a:r>
              <a:rPr lang="en-US" sz="48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GUI:</a:t>
            </a:r>
          </a:p>
        </p:txBody>
      </p:sp>
      <p:sp>
        <p:nvSpPr>
          <p:cNvPr id="2" name="Text 0">
            <a:extLst>
              <a:ext uri="{FF2B5EF4-FFF2-40B4-BE49-F238E27FC236}">
                <a16:creationId xmlns:a16="http://schemas.microsoft.com/office/drawing/2014/main" id="{82EB8BE3-95D8-6FE9-2C1B-69F6D6F833B4}"/>
              </a:ext>
            </a:extLst>
          </p:cNvPr>
          <p:cNvSpPr/>
          <p:nvPr/>
        </p:nvSpPr>
        <p:spPr>
          <a:xfrm>
            <a:off x="950259" y="478015"/>
            <a:ext cx="2835235" cy="354330"/>
          </a:xfrm>
          <a:prstGeom prst="rect">
            <a:avLst/>
          </a:prstGeom>
          <a:noFill/>
          <a:ln/>
        </p:spPr>
        <p:txBody>
          <a:bodyPr wrap="none" lIns="0" tIns="0" rIns="0" bIns="0" rtlCol="0" anchor="t"/>
          <a:lstStyle/>
          <a:p>
            <a:pPr>
              <a:lnSpc>
                <a:spcPts val="2550"/>
              </a:lnSpc>
            </a:pPr>
            <a:r>
              <a:rPr lang="en-US" sz="2400" dirty="0">
                <a:solidFill>
                  <a:srgbClr val="FDC4C4"/>
                </a:solidFill>
                <a:latin typeface="Arial" panose="020B0604020202020204" pitchFamily="34" charset="0"/>
                <a:ea typeface="Instrument Sans Medium" pitchFamily="34" charset="-122"/>
                <a:cs typeface="Arial" panose="020B0604020202020204" pitchFamily="34" charset="0"/>
              </a:rPr>
              <a:t>Our</a:t>
            </a:r>
          </a:p>
        </p:txBody>
      </p:sp>
      <p:sp>
        <p:nvSpPr>
          <p:cNvPr id="18" name="Text 1">
            <a:extLst>
              <a:ext uri="{FF2B5EF4-FFF2-40B4-BE49-F238E27FC236}">
                <a16:creationId xmlns:a16="http://schemas.microsoft.com/office/drawing/2014/main" id="{BAA945A1-D0DD-DE79-59F4-6112F8D738F3}"/>
              </a:ext>
            </a:extLst>
          </p:cNvPr>
          <p:cNvSpPr/>
          <p:nvPr/>
        </p:nvSpPr>
        <p:spPr>
          <a:xfrm>
            <a:off x="950259" y="1773243"/>
            <a:ext cx="10488706" cy="598461"/>
          </a:xfrm>
          <a:prstGeom prst="rect">
            <a:avLst/>
          </a:prstGeom>
          <a:noFill/>
          <a:ln/>
        </p:spPr>
        <p:txBody>
          <a:bodyPr wrap="none" lIns="0" tIns="0" rIns="0" bIns="0" rtlCol="0" anchor="t"/>
          <a:lstStyle/>
          <a:p>
            <a:r>
              <a:rPr lang="en-IN" sz="1600">
                <a:solidFill>
                  <a:srgbClr val="C7CDD6"/>
                </a:solidFill>
                <a:latin typeface="Arial" panose="020B0604020202020204" pitchFamily="34" charset="0"/>
                <a:ea typeface="Inter" pitchFamily="34" charset="-122"/>
                <a:cs typeface="Arial" panose="020B0604020202020204" pitchFamily="34" charset="0"/>
              </a:rPr>
              <a:t>Front end </a:t>
            </a:r>
            <a:r>
              <a:rPr lang="en-IN" sz="1600" dirty="0">
                <a:solidFill>
                  <a:srgbClr val="C7CDD6"/>
                </a:solidFill>
                <a:latin typeface="Arial" panose="020B0604020202020204" pitchFamily="34" charset="0"/>
                <a:ea typeface="Inter" pitchFamily="34" charset="-122"/>
                <a:cs typeface="Arial" panose="020B0604020202020204" pitchFamily="34" charset="0"/>
              </a:rPr>
              <a:t>using </a:t>
            </a:r>
            <a:r>
              <a:rPr lang="en-IN" sz="1600" dirty="0" err="1">
                <a:solidFill>
                  <a:srgbClr val="C7CDD6"/>
                </a:solidFill>
                <a:latin typeface="Arial" panose="020B0604020202020204" pitchFamily="34" charset="0"/>
                <a:ea typeface="Inter" pitchFamily="34" charset="-122"/>
                <a:cs typeface="Arial" panose="020B0604020202020204" pitchFamily="34" charset="0"/>
              </a:rPr>
              <a:t>Gradio</a:t>
            </a:r>
            <a:r>
              <a:rPr lang="en-IN" sz="1600" dirty="0">
                <a:solidFill>
                  <a:srgbClr val="C7CDD6"/>
                </a:solidFill>
                <a:latin typeface="Arial" panose="020B0604020202020204" pitchFamily="34" charset="0"/>
                <a:ea typeface="Inter" pitchFamily="34" charset="-122"/>
                <a:cs typeface="Arial" panose="020B0604020202020204" pitchFamily="34" charset="0"/>
              </a:rPr>
              <a:t>.</a:t>
            </a:r>
          </a:p>
        </p:txBody>
      </p:sp>
      <p:sp>
        <p:nvSpPr>
          <p:cNvPr id="27" name="Rectangle 26">
            <a:extLst>
              <a:ext uri="{FF2B5EF4-FFF2-40B4-BE49-F238E27FC236}">
                <a16:creationId xmlns:a16="http://schemas.microsoft.com/office/drawing/2014/main" id="{502106F7-59CC-AEEB-F4F6-B2124EEF051E}"/>
              </a:ext>
            </a:extLst>
          </p:cNvPr>
          <p:cNvSpPr/>
          <p:nvPr/>
        </p:nvSpPr>
        <p:spPr>
          <a:xfrm>
            <a:off x="89647" y="71718"/>
            <a:ext cx="12012706" cy="6678706"/>
          </a:xfrm>
          <a:prstGeom prst="rect">
            <a:avLst/>
          </a:prstGeom>
          <a:noFill/>
          <a:ln>
            <a:solidFill>
              <a:srgbClr val="FDC4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D0F98DE1-7135-A152-E03E-B43FF1C66479}"/>
              </a:ext>
            </a:extLst>
          </p:cNvPr>
          <p:cNvPicPr>
            <a:picLocks noChangeAspect="1"/>
          </p:cNvPicPr>
          <p:nvPr/>
        </p:nvPicPr>
        <p:blipFill>
          <a:blip r:embed="rId2"/>
          <a:stretch>
            <a:fillRect/>
          </a:stretch>
        </p:blipFill>
        <p:spPr>
          <a:xfrm>
            <a:off x="950259" y="2206247"/>
            <a:ext cx="7117976" cy="4171601"/>
          </a:xfrm>
          <a:prstGeom prst="rect">
            <a:avLst/>
          </a:prstGeom>
        </p:spPr>
      </p:pic>
    </p:spTree>
    <p:extLst>
      <p:ext uri="{BB962C8B-B14F-4D97-AF65-F5344CB8AC3E}">
        <p14:creationId xmlns:p14="http://schemas.microsoft.com/office/powerpoint/2010/main" val="3915646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6BD22-0E02-10B9-199D-FB1D646ED109}"/>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B3323C4D-5B4B-ECE0-18D4-91157D516EE3}"/>
              </a:ext>
            </a:extLst>
          </p:cNvPr>
          <p:cNvSpPr/>
          <p:nvPr/>
        </p:nvSpPr>
        <p:spPr>
          <a:xfrm>
            <a:off x="0" y="0"/>
            <a:ext cx="12192000" cy="6858000"/>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Arial" panose="020B0604020202020204" pitchFamily="34" charset="0"/>
              <a:cs typeface="Arial" panose="020B0604020202020204" pitchFamily="34" charset="0"/>
            </a:endParaRPr>
          </a:p>
        </p:txBody>
      </p:sp>
      <p:sp>
        <p:nvSpPr>
          <p:cNvPr id="4" name="Text 0">
            <a:extLst>
              <a:ext uri="{FF2B5EF4-FFF2-40B4-BE49-F238E27FC236}">
                <a16:creationId xmlns:a16="http://schemas.microsoft.com/office/drawing/2014/main" id="{97A89E1E-6507-F67A-DE67-A1F6FC7047B7}"/>
              </a:ext>
            </a:extLst>
          </p:cNvPr>
          <p:cNvSpPr/>
          <p:nvPr/>
        </p:nvSpPr>
        <p:spPr>
          <a:xfrm>
            <a:off x="862003" y="773421"/>
            <a:ext cx="5574656" cy="708779"/>
          </a:xfrm>
          <a:prstGeom prst="rect">
            <a:avLst/>
          </a:prstGeom>
          <a:noFill/>
          <a:ln/>
        </p:spPr>
        <p:txBody>
          <a:bodyPr wrap="none" lIns="0" tIns="0" rIns="0" bIns="0" rtlCol="0" anchor="t"/>
          <a:lstStyle/>
          <a:p>
            <a:pPr>
              <a:lnSpc>
                <a:spcPts val="7150"/>
              </a:lnSpc>
            </a:pPr>
            <a:r>
              <a:rPr lang="en-US" sz="4800"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Conclusion</a:t>
            </a:r>
          </a:p>
        </p:txBody>
      </p:sp>
      <p:sp>
        <p:nvSpPr>
          <p:cNvPr id="2" name="Text 0">
            <a:extLst>
              <a:ext uri="{FF2B5EF4-FFF2-40B4-BE49-F238E27FC236}">
                <a16:creationId xmlns:a16="http://schemas.microsoft.com/office/drawing/2014/main" id="{0F0F6D55-1EBA-973D-3E24-2319579BC11D}"/>
              </a:ext>
            </a:extLst>
          </p:cNvPr>
          <p:cNvSpPr/>
          <p:nvPr/>
        </p:nvSpPr>
        <p:spPr>
          <a:xfrm>
            <a:off x="950259" y="478015"/>
            <a:ext cx="2835235" cy="354330"/>
          </a:xfrm>
          <a:prstGeom prst="rect">
            <a:avLst/>
          </a:prstGeom>
          <a:noFill/>
          <a:ln/>
        </p:spPr>
        <p:txBody>
          <a:bodyPr wrap="none" lIns="0" tIns="0" rIns="0" bIns="0" rtlCol="0" anchor="t"/>
          <a:lstStyle/>
          <a:p>
            <a:pPr>
              <a:lnSpc>
                <a:spcPts val="2550"/>
              </a:lnSpc>
            </a:pPr>
            <a:r>
              <a:rPr lang="en-US" sz="2400" dirty="0">
                <a:solidFill>
                  <a:srgbClr val="FDC4C4"/>
                </a:solidFill>
                <a:latin typeface="Arial" panose="020B0604020202020204" pitchFamily="34" charset="0"/>
                <a:ea typeface="Instrument Sans Medium" pitchFamily="34" charset="-122"/>
                <a:cs typeface="Arial" panose="020B0604020202020204" pitchFamily="34" charset="0"/>
              </a:rPr>
              <a:t>Moving Forward</a:t>
            </a:r>
          </a:p>
        </p:txBody>
      </p:sp>
      <p:grpSp>
        <p:nvGrpSpPr>
          <p:cNvPr id="30" name="Group 29">
            <a:extLst>
              <a:ext uri="{FF2B5EF4-FFF2-40B4-BE49-F238E27FC236}">
                <a16:creationId xmlns:a16="http://schemas.microsoft.com/office/drawing/2014/main" id="{8E107DFB-56D4-FA84-4213-4D4241CBE474}"/>
              </a:ext>
            </a:extLst>
          </p:cNvPr>
          <p:cNvGrpSpPr/>
          <p:nvPr/>
        </p:nvGrpSpPr>
        <p:grpSpPr>
          <a:xfrm>
            <a:off x="814981" y="2504520"/>
            <a:ext cx="3469958" cy="3272011"/>
            <a:chOff x="814981" y="2504520"/>
            <a:chExt cx="3469958" cy="3272011"/>
          </a:xfrm>
        </p:grpSpPr>
        <p:pic>
          <p:nvPicPr>
            <p:cNvPr id="8" name="Image 0" descr="preencoded.png">
              <a:extLst>
                <a:ext uri="{FF2B5EF4-FFF2-40B4-BE49-F238E27FC236}">
                  <a16:creationId xmlns:a16="http://schemas.microsoft.com/office/drawing/2014/main" id="{E7BAB09B-1763-0D9E-A40B-CF7BA7A68E4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4981" y="2504520"/>
              <a:ext cx="566976" cy="566976"/>
            </a:xfrm>
            <a:prstGeom prst="rect">
              <a:avLst/>
            </a:prstGeom>
          </p:spPr>
        </p:pic>
        <p:sp>
          <p:nvSpPr>
            <p:cNvPr id="11" name="Text 2">
              <a:extLst>
                <a:ext uri="{FF2B5EF4-FFF2-40B4-BE49-F238E27FC236}">
                  <a16:creationId xmlns:a16="http://schemas.microsoft.com/office/drawing/2014/main" id="{A47AAD31-CE59-84DB-ED33-A1484DC7AA3D}"/>
                </a:ext>
              </a:extLst>
            </p:cNvPr>
            <p:cNvSpPr/>
            <p:nvPr/>
          </p:nvSpPr>
          <p:spPr>
            <a:xfrm>
              <a:off x="814981" y="3253358"/>
              <a:ext cx="3469958" cy="354330"/>
            </a:xfrm>
            <a:prstGeom prst="rect">
              <a:avLst/>
            </a:prstGeom>
            <a:noFill/>
            <a:ln/>
          </p:spPr>
          <p:txBody>
            <a:bodyPr wrap="none" lIns="0" tIns="0" rIns="0" bIns="0" rtlCol="0" anchor="t"/>
            <a:lstStyle/>
            <a:p>
              <a:pPr marL="0" indent="0" algn="l">
                <a:buNone/>
              </a:pPr>
              <a:r>
                <a:rPr lang="en-US"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Accurate Predictive Model</a:t>
              </a:r>
              <a:endParaRPr lang="en-US"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14" name="Text 3">
              <a:extLst>
                <a:ext uri="{FF2B5EF4-FFF2-40B4-BE49-F238E27FC236}">
                  <a16:creationId xmlns:a16="http://schemas.microsoft.com/office/drawing/2014/main" id="{F9241474-478D-6B6B-8210-60818CE9BD28}"/>
                </a:ext>
              </a:extLst>
            </p:cNvPr>
            <p:cNvSpPr/>
            <p:nvPr/>
          </p:nvSpPr>
          <p:spPr>
            <a:xfrm>
              <a:off x="814981" y="3962018"/>
              <a:ext cx="2970513" cy="1814513"/>
            </a:xfrm>
            <a:prstGeom prst="rect">
              <a:avLst/>
            </a:prstGeom>
            <a:noFill/>
            <a:ln/>
          </p:spPr>
          <p:txBody>
            <a:bodyPr wrap="square" lIns="0" tIns="0" rIns="0" bIns="0" rtlCol="0" anchor="t"/>
            <a:lstStyle/>
            <a:p>
              <a:pPr marL="0" indent="0" algn="l">
                <a:buNone/>
              </a:pPr>
              <a:r>
                <a:rPr lang="en-US" sz="1400" dirty="0">
                  <a:solidFill>
                    <a:srgbClr val="C7CDD6"/>
                  </a:solidFill>
                  <a:latin typeface="Arial" panose="020B0604020202020204" pitchFamily="34" charset="0"/>
                  <a:ea typeface="Inter" pitchFamily="34" charset="-122"/>
                  <a:cs typeface="Arial" panose="020B0604020202020204" pitchFamily="34" charset="0"/>
                </a:rPr>
                <a:t>Robust preprocessing, thoughtful feature engineering, and precise algorithm selection led to a highly accurate and valuable predictive model.</a:t>
              </a:r>
              <a:endParaRPr lang="en-US" sz="1400" dirty="0">
                <a:latin typeface="Arial" panose="020B0604020202020204" pitchFamily="34" charset="0"/>
                <a:cs typeface="Arial" panose="020B0604020202020204" pitchFamily="34" charset="0"/>
              </a:endParaRPr>
            </a:p>
          </p:txBody>
        </p:sp>
      </p:grpSp>
      <p:grpSp>
        <p:nvGrpSpPr>
          <p:cNvPr id="31" name="Group 30">
            <a:extLst>
              <a:ext uri="{FF2B5EF4-FFF2-40B4-BE49-F238E27FC236}">
                <a16:creationId xmlns:a16="http://schemas.microsoft.com/office/drawing/2014/main" id="{53E22ED2-7603-73B5-2FF4-B4D60C8B816B}"/>
              </a:ext>
            </a:extLst>
          </p:cNvPr>
          <p:cNvGrpSpPr/>
          <p:nvPr/>
        </p:nvGrpSpPr>
        <p:grpSpPr>
          <a:xfrm>
            <a:off x="4396474" y="2505469"/>
            <a:ext cx="3855006" cy="2908159"/>
            <a:chOff x="4396474" y="2505469"/>
            <a:chExt cx="3855006" cy="2908159"/>
          </a:xfrm>
        </p:grpSpPr>
        <p:pic>
          <p:nvPicPr>
            <p:cNvPr id="16" name="Image 1" descr="preencoded.png">
              <a:extLst>
                <a:ext uri="{FF2B5EF4-FFF2-40B4-BE49-F238E27FC236}">
                  <a16:creationId xmlns:a16="http://schemas.microsoft.com/office/drawing/2014/main" id="{88B75B0E-555F-792B-FDE2-1DD00BD7D7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96474" y="2505469"/>
              <a:ext cx="566976" cy="566976"/>
            </a:xfrm>
            <a:prstGeom prst="rect">
              <a:avLst/>
            </a:prstGeom>
          </p:spPr>
        </p:pic>
        <p:sp>
          <p:nvSpPr>
            <p:cNvPr id="20" name="Text 4">
              <a:extLst>
                <a:ext uri="{FF2B5EF4-FFF2-40B4-BE49-F238E27FC236}">
                  <a16:creationId xmlns:a16="http://schemas.microsoft.com/office/drawing/2014/main" id="{9D0277F5-D8E8-F60E-0082-0BAD6ADA82E5}"/>
                </a:ext>
              </a:extLst>
            </p:cNvPr>
            <p:cNvSpPr/>
            <p:nvPr/>
          </p:nvSpPr>
          <p:spPr>
            <a:xfrm>
              <a:off x="4396474" y="3262323"/>
              <a:ext cx="3855006" cy="354330"/>
            </a:xfrm>
            <a:prstGeom prst="rect">
              <a:avLst/>
            </a:prstGeom>
            <a:noFill/>
            <a:ln/>
          </p:spPr>
          <p:txBody>
            <a:bodyPr wrap="none" lIns="0" tIns="0" rIns="0" bIns="0" rtlCol="0" anchor="t"/>
            <a:lstStyle/>
            <a:p>
              <a:pPr marL="0" indent="0" algn="l">
                <a:buNone/>
              </a:pPr>
              <a:r>
                <a:rPr lang="en-US"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Practical Market Applications</a:t>
              </a:r>
              <a:endParaRPr lang="en-US"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22" name="Text 5">
              <a:extLst>
                <a:ext uri="{FF2B5EF4-FFF2-40B4-BE49-F238E27FC236}">
                  <a16:creationId xmlns:a16="http://schemas.microsoft.com/office/drawing/2014/main" id="{0F3DD68E-FF72-9206-3EBC-AF2214D333D0}"/>
                </a:ext>
              </a:extLst>
            </p:cNvPr>
            <p:cNvSpPr/>
            <p:nvPr/>
          </p:nvSpPr>
          <p:spPr>
            <a:xfrm>
              <a:off x="4396474" y="3962018"/>
              <a:ext cx="3218958" cy="1451610"/>
            </a:xfrm>
            <a:prstGeom prst="rect">
              <a:avLst/>
            </a:prstGeom>
            <a:noFill/>
            <a:ln/>
          </p:spPr>
          <p:txBody>
            <a:bodyPr wrap="square" lIns="0" tIns="0" rIns="0" bIns="0" rtlCol="0" anchor="t"/>
            <a:lstStyle/>
            <a:p>
              <a:pPr marL="0" indent="0" algn="l">
                <a:buNone/>
              </a:pPr>
              <a:r>
                <a:rPr lang="en-US" sz="1400" dirty="0">
                  <a:solidFill>
                    <a:srgbClr val="C7CDD6"/>
                  </a:solidFill>
                  <a:latin typeface="Arial" panose="020B0604020202020204" pitchFamily="34" charset="0"/>
                  <a:ea typeface="Inter" pitchFamily="34" charset="-122"/>
                  <a:cs typeface="Arial" panose="020B0604020202020204" pitchFamily="34" charset="0"/>
                </a:rPr>
                <a:t>The model provides car dealers, manufacturers, and buyers with insights into market trends for informed pricing strategies.</a:t>
              </a:r>
              <a:endParaRPr lang="en-US" sz="1400" dirty="0">
                <a:latin typeface="Arial" panose="020B0604020202020204" pitchFamily="34" charset="0"/>
                <a:cs typeface="Arial" panose="020B0604020202020204" pitchFamily="34" charset="0"/>
              </a:endParaRPr>
            </a:p>
          </p:txBody>
        </p:sp>
      </p:grpSp>
      <p:grpSp>
        <p:nvGrpSpPr>
          <p:cNvPr id="29" name="Group 28">
            <a:extLst>
              <a:ext uri="{FF2B5EF4-FFF2-40B4-BE49-F238E27FC236}">
                <a16:creationId xmlns:a16="http://schemas.microsoft.com/office/drawing/2014/main" id="{7CEA9C10-5590-1DB7-0C07-F2A72781CE48}"/>
              </a:ext>
            </a:extLst>
          </p:cNvPr>
          <p:cNvGrpSpPr/>
          <p:nvPr/>
        </p:nvGrpSpPr>
        <p:grpSpPr>
          <a:xfrm>
            <a:off x="8175180" y="2510351"/>
            <a:ext cx="3093455" cy="3222825"/>
            <a:chOff x="8175180" y="2510351"/>
            <a:chExt cx="3093455" cy="3222825"/>
          </a:xfrm>
        </p:grpSpPr>
        <p:pic>
          <p:nvPicPr>
            <p:cNvPr id="23" name="Image 2" descr="preencoded.png">
              <a:extLst>
                <a:ext uri="{FF2B5EF4-FFF2-40B4-BE49-F238E27FC236}">
                  <a16:creationId xmlns:a16="http://schemas.microsoft.com/office/drawing/2014/main" id="{DE6A6AE4-0FBF-A62D-98EE-08998458334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75180" y="2510351"/>
              <a:ext cx="566976" cy="566976"/>
            </a:xfrm>
            <a:prstGeom prst="rect">
              <a:avLst/>
            </a:prstGeom>
          </p:spPr>
        </p:pic>
        <p:sp>
          <p:nvSpPr>
            <p:cNvPr id="27" name="Text 6">
              <a:extLst>
                <a:ext uri="{FF2B5EF4-FFF2-40B4-BE49-F238E27FC236}">
                  <a16:creationId xmlns:a16="http://schemas.microsoft.com/office/drawing/2014/main" id="{7994605A-4E97-F44D-A7A1-E4DD2355096F}"/>
                </a:ext>
              </a:extLst>
            </p:cNvPr>
            <p:cNvSpPr/>
            <p:nvPr/>
          </p:nvSpPr>
          <p:spPr>
            <a:xfrm>
              <a:off x="8175180" y="3253358"/>
              <a:ext cx="2932091" cy="708660"/>
            </a:xfrm>
            <a:prstGeom prst="rect">
              <a:avLst/>
            </a:prstGeom>
            <a:noFill/>
            <a:ln/>
          </p:spPr>
          <p:txBody>
            <a:bodyPr wrap="square" lIns="0" tIns="0" rIns="0" bIns="0" rtlCol="0" anchor="t"/>
            <a:lstStyle/>
            <a:p>
              <a:pPr marL="0" indent="0" algn="l">
                <a:buNone/>
              </a:pPr>
              <a:r>
                <a:rPr lang="en-US" b="1" dirty="0">
                  <a:solidFill>
                    <a:schemeClr val="accent5">
                      <a:lumMod val="60000"/>
                      <a:lumOff val="40000"/>
                    </a:schemeClr>
                  </a:solidFill>
                  <a:latin typeface="Arial" panose="020B0604020202020204" pitchFamily="34" charset="0"/>
                  <a:ea typeface="Instrument Sans Medium" pitchFamily="34" charset="-122"/>
                  <a:cs typeface="Arial" panose="020B0604020202020204" pitchFamily="34" charset="0"/>
                </a:rPr>
                <a:t>Future Enhancements &amp; Deployment</a:t>
              </a:r>
              <a:endParaRPr lang="en-US" b="1" dirty="0">
                <a:solidFill>
                  <a:schemeClr val="accent5">
                    <a:lumMod val="60000"/>
                    <a:lumOff val="40000"/>
                  </a:schemeClr>
                </a:solidFill>
                <a:latin typeface="Arial" panose="020B0604020202020204" pitchFamily="34" charset="0"/>
                <a:cs typeface="Arial" panose="020B0604020202020204" pitchFamily="34" charset="0"/>
              </a:endParaRPr>
            </a:p>
          </p:txBody>
        </p:sp>
        <p:sp>
          <p:nvSpPr>
            <p:cNvPr id="28" name="Text 7">
              <a:extLst>
                <a:ext uri="{FF2B5EF4-FFF2-40B4-BE49-F238E27FC236}">
                  <a16:creationId xmlns:a16="http://schemas.microsoft.com/office/drawing/2014/main" id="{30323DA3-532B-B6B4-994A-5974B736D078}"/>
                </a:ext>
              </a:extLst>
            </p:cNvPr>
            <p:cNvSpPr/>
            <p:nvPr/>
          </p:nvSpPr>
          <p:spPr>
            <a:xfrm>
              <a:off x="8175180" y="3918663"/>
              <a:ext cx="3093455" cy="1814513"/>
            </a:xfrm>
            <a:prstGeom prst="rect">
              <a:avLst/>
            </a:prstGeom>
            <a:noFill/>
            <a:ln/>
          </p:spPr>
          <p:txBody>
            <a:bodyPr wrap="square" lIns="0" tIns="0" rIns="0" bIns="0" rtlCol="0" anchor="t"/>
            <a:lstStyle/>
            <a:p>
              <a:pPr marL="0" indent="0" algn="l">
                <a:buNone/>
              </a:pPr>
              <a:r>
                <a:rPr lang="en-US" sz="1400" dirty="0">
                  <a:solidFill>
                    <a:srgbClr val="C7CDD6"/>
                  </a:solidFill>
                  <a:latin typeface="Arial" panose="020B0604020202020204" pitchFamily="34" charset="0"/>
                  <a:ea typeface="Inter" pitchFamily="34" charset="-122"/>
                  <a:cs typeface="Arial" panose="020B0604020202020204" pitchFamily="34" charset="0"/>
                </a:rPr>
                <a:t>Future improvements include integrating more granular data, exploring advanced algorithms, and deploying in a real-time sales environment.</a:t>
              </a:r>
              <a:endParaRPr lang="en-US" sz="1400" dirty="0">
                <a:latin typeface="Arial" panose="020B0604020202020204" pitchFamily="34" charset="0"/>
                <a:cs typeface="Arial" panose="020B0604020202020204" pitchFamily="34" charset="0"/>
              </a:endParaRPr>
            </a:p>
          </p:txBody>
        </p:sp>
      </p:grpSp>
      <p:sp>
        <p:nvSpPr>
          <p:cNvPr id="32" name="Rectangle 31">
            <a:extLst>
              <a:ext uri="{FF2B5EF4-FFF2-40B4-BE49-F238E27FC236}">
                <a16:creationId xmlns:a16="http://schemas.microsoft.com/office/drawing/2014/main" id="{8E511536-3C5E-281C-B33F-444FBB4A5488}"/>
              </a:ext>
            </a:extLst>
          </p:cNvPr>
          <p:cNvSpPr/>
          <p:nvPr/>
        </p:nvSpPr>
        <p:spPr>
          <a:xfrm>
            <a:off x="89647" y="71718"/>
            <a:ext cx="12012706" cy="6678706"/>
          </a:xfrm>
          <a:prstGeom prst="rect">
            <a:avLst/>
          </a:prstGeom>
          <a:noFill/>
          <a:ln>
            <a:solidFill>
              <a:srgbClr val="FDC4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63251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420</TotalTime>
  <Words>933</Words>
  <Application>Microsoft Macintosh PowerPoint</Application>
  <PresentationFormat>Widescreen</PresentationFormat>
  <Paragraphs>99</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Inter</vt:lpstr>
      <vt:lpstr>OpenSymbol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Smitha George</dc:creator>
  <cp:lastModifiedBy>rethick rethick</cp:lastModifiedBy>
  <cp:revision>5</cp:revision>
  <dcterms:created xsi:type="dcterms:W3CDTF">2025-10-23T07:28:03Z</dcterms:created>
  <dcterms:modified xsi:type="dcterms:W3CDTF">2025-11-09T04:38:33Z</dcterms:modified>
</cp:coreProperties>
</file>